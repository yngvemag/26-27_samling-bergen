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8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ngve Magnussen" userId="7b55f7db-8b68-4ba6-91c1-bf450468887a" providerId="ADAL" clId="{C8A09E40-D67E-4601-AA32-607CE000A13A}"/>
    <pc:docChg chg="undo custSel addSld delSld modSld sldOrd">
      <pc:chgData name="Yngve Magnussen" userId="7b55f7db-8b68-4ba6-91c1-bf450468887a" providerId="ADAL" clId="{C8A09E40-D67E-4601-AA32-607CE000A13A}" dt="2022-11-18T10:14:23.290" v="1155" actId="1076"/>
      <pc:docMkLst>
        <pc:docMk/>
      </pc:docMkLst>
      <pc:sldChg chg="addSp delSp modSp mod modAnim">
        <pc:chgData name="Yngve Magnussen" userId="7b55f7db-8b68-4ba6-91c1-bf450468887a" providerId="ADAL" clId="{C8A09E40-D67E-4601-AA32-607CE000A13A}" dt="2022-11-18T10:14:23.290" v="1155" actId="1076"/>
        <pc:sldMkLst>
          <pc:docMk/>
          <pc:sldMk cId="2494278641" sldId="256"/>
        </pc:sldMkLst>
        <pc:spChg chg="add mod">
          <ac:chgData name="Yngve Magnussen" userId="7b55f7db-8b68-4ba6-91c1-bf450468887a" providerId="ADAL" clId="{C8A09E40-D67E-4601-AA32-607CE000A13A}" dt="2022-10-26T06:44:29.596" v="986" actId="1076"/>
          <ac:spMkLst>
            <pc:docMk/>
            <pc:sldMk cId="2494278641" sldId="256"/>
            <ac:spMk id="2" creationId="{644179D8-17BE-29C5-EA06-A075C9C751C6}"/>
          </ac:spMkLst>
        </pc:spChg>
        <pc:spChg chg="mod">
          <ac:chgData name="Yngve Magnussen" userId="7b55f7db-8b68-4ba6-91c1-bf450468887a" providerId="ADAL" clId="{C8A09E40-D67E-4601-AA32-607CE000A13A}" dt="2022-10-26T06:44:59.176" v="994" actId="1076"/>
          <ac:spMkLst>
            <pc:docMk/>
            <pc:sldMk cId="2494278641" sldId="256"/>
            <ac:spMk id="7" creationId="{B83585A6-537C-DA87-8ADA-8C2A7039F8EF}"/>
          </ac:spMkLst>
        </pc:spChg>
        <pc:spChg chg="mod">
          <ac:chgData name="Yngve Magnussen" userId="7b55f7db-8b68-4ba6-91c1-bf450468887a" providerId="ADAL" clId="{C8A09E40-D67E-4601-AA32-607CE000A13A}" dt="2022-10-26T06:44:59.176" v="994" actId="1076"/>
          <ac:spMkLst>
            <pc:docMk/>
            <pc:sldMk cId="2494278641" sldId="256"/>
            <ac:spMk id="8" creationId="{28388996-0CD3-956D-3FD0-BB02B7164808}"/>
          </ac:spMkLst>
        </pc:spChg>
        <pc:spChg chg="mod">
          <ac:chgData name="Yngve Magnussen" userId="7b55f7db-8b68-4ba6-91c1-bf450468887a" providerId="ADAL" clId="{C8A09E40-D67E-4601-AA32-607CE000A13A}" dt="2022-10-26T06:44:59.176" v="994" actId="1076"/>
          <ac:spMkLst>
            <pc:docMk/>
            <pc:sldMk cId="2494278641" sldId="256"/>
            <ac:spMk id="9" creationId="{17097385-A1F4-2715-6D98-C1DD462D98A0}"/>
          </ac:spMkLst>
        </pc:spChg>
        <pc:spChg chg="mod">
          <ac:chgData name="Yngve Magnussen" userId="7b55f7db-8b68-4ba6-91c1-bf450468887a" providerId="ADAL" clId="{C8A09E40-D67E-4601-AA32-607CE000A13A}" dt="2022-10-26T06:44:59.176" v="994" actId="1076"/>
          <ac:spMkLst>
            <pc:docMk/>
            <pc:sldMk cId="2494278641" sldId="256"/>
            <ac:spMk id="10" creationId="{F8937F62-2F55-1419-0C9A-8C7B0405F1EF}"/>
          </ac:spMkLst>
        </pc:spChg>
        <pc:spChg chg="mod">
          <ac:chgData name="Yngve Magnussen" userId="7b55f7db-8b68-4ba6-91c1-bf450468887a" providerId="ADAL" clId="{C8A09E40-D67E-4601-AA32-607CE000A13A}" dt="2022-10-26T06:44:59.176" v="994" actId="1076"/>
          <ac:spMkLst>
            <pc:docMk/>
            <pc:sldMk cId="2494278641" sldId="256"/>
            <ac:spMk id="11" creationId="{9216AA11-BE3B-97BD-97F7-DF33B8D0F56A}"/>
          </ac:spMkLst>
        </pc:spChg>
        <pc:spChg chg="mod">
          <ac:chgData name="Yngve Magnussen" userId="7b55f7db-8b68-4ba6-91c1-bf450468887a" providerId="ADAL" clId="{C8A09E40-D67E-4601-AA32-607CE000A13A}" dt="2022-10-26T06:44:59.176" v="994" actId="1076"/>
          <ac:spMkLst>
            <pc:docMk/>
            <pc:sldMk cId="2494278641" sldId="256"/>
            <ac:spMk id="12" creationId="{A0CCF2A6-6AFD-B1C4-55CB-60C3B81B7843}"/>
          </ac:spMkLst>
        </pc:spChg>
        <pc:spChg chg="mod">
          <ac:chgData name="Yngve Magnussen" userId="7b55f7db-8b68-4ba6-91c1-bf450468887a" providerId="ADAL" clId="{C8A09E40-D67E-4601-AA32-607CE000A13A}" dt="2022-10-26T06:44:59.176" v="994" actId="1076"/>
          <ac:spMkLst>
            <pc:docMk/>
            <pc:sldMk cId="2494278641" sldId="256"/>
            <ac:spMk id="13" creationId="{2C7B3451-64C0-88DB-CAEA-F1E29A47385E}"/>
          </ac:spMkLst>
        </pc:spChg>
        <pc:spChg chg="mod">
          <ac:chgData name="Yngve Magnussen" userId="7b55f7db-8b68-4ba6-91c1-bf450468887a" providerId="ADAL" clId="{C8A09E40-D67E-4601-AA32-607CE000A13A}" dt="2022-10-26T06:44:59.176" v="994" actId="1076"/>
          <ac:spMkLst>
            <pc:docMk/>
            <pc:sldMk cId="2494278641" sldId="256"/>
            <ac:spMk id="14" creationId="{09EB1B1D-F9DD-3C07-C861-4D2EE975430B}"/>
          </ac:spMkLst>
        </pc:spChg>
        <pc:spChg chg="mod">
          <ac:chgData name="Yngve Magnussen" userId="7b55f7db-8b68-4ba6-91c1-bf450468887a" providerId="ADAL" clId="{C8A09E40-D67E-4601-AA32-607CE000A13A}" dt="2022-10-26T06:44:59.176" v="994" actId="1076"/>
          <ac:spMkLst>
            <pc:docMk/>
            <pc:sldMk cId="2494278641" sldId="256"/>
            <ac:spMk id="15" creationId="{03FA30C0-11AF-DCFE-9044-BAD1DA92AE11}"/>
          </ac:spMkLst>
        </pc:spChg>
        <pc:spChg chg="mod">
          <ac:chgData name="Yngve Magnussen" userId="7b55f7db-8b68-4ba6-91c1-bf450468887a" providerId="ADAL" clId="{C8A09E40-D67E-4601-AA32-607CE000A13A}" dt="2022-10-26T06:44:59.176" v="994" actId="1076"/>
          <ac:spMkLst>
            <pc:docMk/>
            <pc:sldMk cId="2494278641" sldId="256"/>
            <ac:spMk id="41" creationId="{A424F684-40D1-50FD-7092-5B1AC833B11E}"/>
          </ac:spMkLst>
        </pc:spChg>
        <pc:spChg chg="mod">
          <ac:chgData name="Yngve Magnussen" userId="7b55f7db-8b68-4ba6-91c1-bf450468887a" providerId="ADAL" clId="{C8A09E40-D67E-4601-AA32-607CE000A13A}" dt="2022-10-26T06:44:59.176" v="994" actId="1076"/>
          <ac:spMkLst>
            <pc:docMk/>
            <pc:sldMk cId="2494278641" sldId="256"/>
            <ac:spMk id="42" creationId="{37BA9506-77F6-9B91-30A3-007A081B3D34}"/>
          </ac:spMkLst>
        </pc:spChg>
        <pc:spChg chg="mod">
          <ac:chgData name="Yngve Magnussen" userId="7b55f7db-8b68-4ba6-91c1-bf450468887a" providerId="ADAL" clId="{C8A09E40-D67E-4601-AA32-607CE000A13A}" dt="2022-10-26T06:44:59.176" v="994" actId="1076"/>
          <ac:spMkLst>
            <pc:docMk/>
            <pc:sldMk cId="2494278641" sldId="256"/>
            <ac:spMk id="43" creationId="{0EF648A5-71C1-61BF-FF45-9DC013CAD285}"/>
          </ac:spMkLst>
        </pc:spChg>
        <pc:spChg chg="mod">
          <ac:chgData name="Yngve Magnussen" userId="7b55f7db-8b68-4ba6-91c1-bf450468887a" providerId="ADAL" clId="{C8A09E40-D67E-4601-AA32-607CE000A13A}" dt="2022-10-26T06:44:59.176" v="994" actId="1076"/>
          <ac:spMkLst>
            <pc:docMk/>
            <pc:sldMk cId="2494278641" sldId="256"/>
            <ac:spMk id="44" creationId="{6583D276-264C-1664-5E05-66EA4D425C25}"/>
          </ac:spMkLst>
        </pc:spChg>
        <pc:spChg chg="mod">
          <ac:chgData name="Yngve Magnussen" userId="7b55f7db-8b68-4ba6-91c1-bf450468887a" providerId="ADAL" clId="{C8A09E40-D67E-4601-AA32-607CE000A13A}" dt="2022-10-26T06:44:59.176" v="994" actId="1076"/>
          <ac:spMkLst>
            <pc:docMk/>
            <pc:sldMk cId="2494278641" sldId="256"/>
            <ac:spMk id="45" creationId="{1DD9E11F-82E4-EE71-1702-3D4DE576A5C5}"/>
          </ac:spMkLst>
        </pc:spChg>
        <pc:spChg chg="mod">
          <ac:chgData name="Yngve Magnussen" userId="7b55f7db-8b68-4ba6-91c1-bf450468887a" providerId="ADAL" clId="{C8A09E40-D67E-4601-AA32-607CE000A13A}" dt="2022-10-26T06:44:59.176" v="994" actId="1076"/>
          <ac:spMkLst>
            <pc:docMk/>
            <pc:sldMk cId="2494278641" sldId="256"/>
            <ac:spMk id="50" creationId="{C92C397B-0757-FC0F-5FF2-A0916C50D334}"/>
          </ac:spMkLst>
        </pc:spChg>
        <pc:spChg chg="mod">
          <ac:chgData name="Yngve Magnussen" userId="7b55f7db-8b68-4ba6-91c1-bf450468887a" providerId="ADAL" clId="{C8A09E40-D67E-4601-AA32-607CE000A13A}" dt="2022-10-26T06:44:59.176" v="994" actId="1076"/>
          <ac:spMkLst>
            <pc:docMk/>
            <pc:sldMk cId="2494278641" sldId="256"/>
            <ac:spMk id="52" creationId="{771EC98A-40CB-6ACF-9D56-FA0F0D5F5015}"/>
          </ac:spMkLst>
        </pc:spChg>
        <pc:spChg chg="mod">
          <ac:chgData name="Yngve Magnussen" userId="7b55f7db-8b68-4ba6-91c1-bf450468887a" providerId="ADAL" clId="{C8A09E40-D67E-4601-AA32-607CE000A13A}" dt="2022-10-26T06:44:59.176" v="994" actId="1076"/>
          <ac:spMkLst>
            <pc:docMk/>
            <pc:sldMk cId="2494278641" sldId="256"/>
            <ac:spMk id="53" creationId="{6CE9598B-F7CB-773F-AF62-7B8FBDCF6A77}"/>
          </ac:spMkLst>
        </pc:spChg>
        <pc:spChg chg="mod">
          <ac:chgData name="Yngve Magnussen" userId="7b55f7db-8b68-4ba6-91c1-bf450468887a" providerId="ADAL" clId="{C8A09E40-D67E-4601-AA32-607CE000A13A}" dt="2022-10-26T06:44:59.176" v="994" actId="1076"/>
          <ac:spMkLst>
            <pc:docMk/>
            <pc:sldMk cId="2494278641" sldId="256"/>
            <ac:spMk id="54" creationId="{8BFC233C-04D4-D509-7C97-BC4E0E1C364A}"/>
          </ac:spMkLst>
        </pc:spChg>
        <pc:spChg chg="add mod ord">
          <ac:chgData name="Yngve Magnussen" userId="7b55f7db-8b68-4ba6-91c1-bf450468887a" providerId="ADAL" clId="{C8A09E40-D67E-4601-AA32-607CE000A13A}" dt="2022-10-26T06:44:59.176" v="994" actId="1076"/>
          <ac:spMkLst>
            <pc:docMk/>
            <pc:sldMk cId="2494278641" sldId="256"/>
            <ac:spMk id="93" creationId="{075B42B6-4364-B011-748A-C8FA73680E4D}"/>
          </ac:spMkLst>
        </pc:spChg>
        <pc:spChg chg="add mod">
          <ac:chgData name="Yngve Magnussen" userId="7b55f7db-8b68-4ba6-91c1-bf450468887a" providerId="ADAL" clId="{C8A09E40-D67E-4601-AA32-607CE000A13A}" dt="2022-10-26T06:44:59.176" v="994" actId="1076"/>
          <ac:spMkLst>
            <pc:docMk/>
            <pc:sldMk cId="2494278641" sldId="256"/>
            <ac:spMk id="94" creationId="{7C84B601-13D8-59C5-0F8F-1146640C87A6}"/>
          </ac:spMkLst>
        </pc:spChg>
        <pc:spChg chg="add mod">
          <ac:chgData name="Yngve Magnussen" userId="7b55f7db-8b68-4ba6-91c1-bf450468887a" providerId="ADAL" clId="{C8A09E40-D67E-4601-AA32-607CE000A13A}" dt="2022-10-26T06:44:59.176" v="994" actId="1076"/>
          <ac:spMkLst>
            <pc:docMk/>
            <pc:sldMk cId="2494278641" sldId="256"/>
            <ac:spMk id="95" creationId="{62932DDF-00FF-13D4-4872-FEA40153A125}"/>
          </ac:spMkLst>
        </pc:spChg>
        <pc:picChg chg="mod">
          <ac:chgData name="Yngve Magnussen" userId="7b55f7db-8b68-4ba6-91c1-bf450468887a" providerId="ADAL" clId="{C8A09E40-D67E-4601-AA32-607CE000A13A}" dt="2022-10-26T06:44:59.176" v="994" actId="1076"/>
          <ac:picMkLst>
            <pc:docMk/>
            <pc:sldMk cId="2494278641" sldId="256"/>
            <ac:picMk id="5" creationId="{01D52531-D736-38EF-E9C4-B6FAB8477D5C}"/>
          </ac:picMkLst>
        </pc:picChg>
        <pc:picChg chg="mod">
          <ac:chgData name="Yngve Magnussen" userId="7b55f7db-8b68-4ba6-91c1-bf450468887a" providerId="ADAL" clId="{C8A09E40-D67E-4601-AA32-607CE000A13A}" dt="2022-10-26T06:44:59.176" v="994" actId="1076"/>
          <ac:picMkLst>
            <pc:docMk/>
            <pc:sldMk cId="2494278641" sldId="256"/>
            <ac:picMk id="19" creationId="{6C616F3A-AFCC-1E69-5CAF-98A317476361}"/>
          </ac:picMkLst>
        </pc:picChg>
        <pc:picChg chg="mod">
          <ac:chgData name="Yngve Magnussen" userId="7b55f7db-8b68-4ba6-91c1-bf450468887a" providerId="ADAL" clId="{C8A09E40-D67E-4601-AA32-607CE000A13A}" dt="2022-10-26T06:44:59.176" v="994" actId="1076"/>
          <ac:picMkLst>
            <pc:docMk/>
            <pc:sldMk cId="2494278641" sldId="256"/>
            <ac:picMk id="21" creationId="{37F16C5E-DC7E-3658-20F9-7D67A0AC484B}"/>
          </ac:picMkLst>
        </pc:picChg>
        <pc:picChg chg="mod">
          <ac:chgData name="Yngve Magnussen" userId="7b55f7db-8b68-4ba6-91c1-bf450468887a" providerId="ADAL" clId="{C8A09E40-D67E-4601-AA32-607CE000A13A}" dt="2022-10-26T06:44:59.176" v="994" actId="1076"/>
          <ac:picMkLst>
            <pc:docMk/>
            <pc:sldMk cId="2494278641" sldId="256"/>
            <ac:picMk id="25" creationId="{1822849E-1080-7C80-CC73-178CC7F8A29C}"/>
          </ac:picMkLst>
        </pc:picChg>
        <pc:picChg chg="mod">
          <ac:chgData name="Yngve Magnussen" userId="7b55f7db-8b68-4ba6-91c1-bf450468887a" providerId="ADAL" clId="{C8A09E40-D67E-4601-AA32-607CE000A13A}" dt="2022-10-26T06:44:59.176" v="994" actId="1076"/>
          <ac:picMkLst>
            <pc:docMk/>
            <pc:sldMk cId="2494278641" sldId="256"/>
            <ac:picMk id="27" creationId="{F7F92FE9-59BE-8D7B-7EFF-25422B2E8EDD}"/>
          </ac:picMkLst>
        </pc:picChg>
        <pc:picChg chg="add del mod">
          <ac:chgData name="Yngve Magnussen" userId="7b55f7db-8b68-4ba6-91c1-bf450468887a" providerId="ADAL" clId="{C8A09E40-D67E-4601-AA32-607CE000A13A}" dt="2022-10-09T15:24:08.874" v="3"/>
          <ac:picMkLst>
            <pc:docMk/>
            <pc:sldMk cId="2494278641" sldId="256"/>
            <ac:picMk id="84" creationId="{9E5E85ED-A25E-60A2-7335-3696612F1290}"/>
          </ac:picMkLst>
        </pc:picChg>
        <pc:picChg chg="add mod">
          <ac:chgData name="Yngve Magnussen" userId="7b55f7db-8b68-4ba6-91c1-bf450468887a" providerId="ADAL" clId="{C8A09E40-D67E-4601-AA32-607CE000A13A}" dt="2022-10-26T06:44:59.176" v="994" actId="1076"/>
          <ac:picMkLst>
            <pc:docMk/>
            <pc:sldMk cId="2494278641" sldId="256"/>
            <ac:picMk id="86" creationId="{F87153C5-EAB9-9450-2FFF-29F7F71F14EB}"/>
          </ac:picMkLst>
        </pc:picChg>
        <pc:picChg chg="add mod">
          <ac:chgData name="Yngve Magnussen" userId="7b55f7db-8b68-4ba6-91c1-bf450468887a" providerId="ADAL" clId="{C8A09E40-D67E-4601-AA32-607CE000A13A}" dt="2022-10-26T06:44:59.176" v="994" actId="1076"/>
          <ac:picMkLst>
            <pc:docMk/>
            <pc:sldMk cId="2494278641" sldId="256"/>
            <ac:picMk id="90" creationId="{9E4F3962-4189-483E-93CF-D3E8F02498EB}"/>
          </ac:picMkLst>
        </pc:picChg>
        <pc:picChg chg="add mod">
          <ac:chgData name="Yngve Magnussen" userId="7b55f7db-8b68-4ba6-91c1-bf450468887a" providerId="ADAL" clId="{C8A09E40-D67E-4601-AA32-607CE000A13A}" dt="2022-11-18T10:14:23.290" v="1155" actId="1076"/>
          <ac:picMkLst>
            <pc:docMk/>
            <pc:sldMk cId="2494278641" sldId="256"/>
            <ac:picMk id="97" creationId="{606AF6C4-2D3E-DB5A-680B-04FC1BAFBD01}"/>
          </ac:picMkLst>
        </pc:picChg>
        <pc:picChg chg="add mod">
          <ac:chgData name="Yngve Magnussen" userId="7b55f7db-8b68-4ba6-91c1-bf450468887a" providerId="ADAL" clId="{C8A09E40-D67E-4601-AA32-607CE000A13A}" dt="2022-11-18T10:14:22.977" v="1154" actId="1076"/>
          <ac:picMkLst>
            <pc:docMk/>
            <pc:sldMk cId="2494278641" sldId="256"/>
            <ac:picMk id="99" creationId="{50B9DD4B-356A-08ED-F8E2-F8E0C01A457D}"/>
          </ac:picMkLst>
        </pc:picChg>
        <pc:cxnChg chg="add mod">
          <ac:chgData name="Yngve Magnussen" userId="7b55f7db-8b68-4ba6-91c1-bf450468887a" providerId="ADAL" clId="{C8A09E40-D67E-4601-AA32-607CE000A13A}" dt="2022-10-26T06:47:31.455" v="1000" actId="14100"/>
          <ac:cxnSpMkLst>
            <pc:docMk/>
            <pc:sldMk cId="2494278641" sldId="256"/>
            <ac:cxnSpMk id="4" creationId="{D5E40825-67C5-C7BF-1005-D4C74B1E1233}"/>
          </ac:cxnSpMkLst>
        </pc:cxnChg>
        <pc:cxnChg chg="add mod">
          <ac:chgData name="Yngve Magnussen" userId="7b55f7db-8b68-4ba6-91c1-bf450468887a" providerId="ADAL" clId="{C8A09E40-D67E-4601-AA32-607CE000A13A}" dt="2022-10-26T06:47:35.119" v="1001" actId="1076"/>
          <ac:cxnSpMkLst>
            <pc:docMk/>
            <pc:sldMk cId="2494278641" sldId="256"/>
            <ac:cxnSpMk id="6" creationId="{921D97BD-4321-E093-BE99-30B01F1A8399}"/>
          </ac:cxnSpMkLst>
        </pc:cxnChg>
        <pc:cxnChg chg="mod">
          <ac:chgData name="Yngve Magnussen" userId="7b55f7db-8b68-4ba6-91c1-bf450468887a" providerId="ADAL" clId="{C8A09E40-D67E-4601-AA32-607CE000A13A}" dt="2022-10-26T06:44:59.176" v="994" actId="1076"/>
          <ac:cxnSpMkLst>
            <pc:docMk/>
            <pc:sldMk cId="2494278641" sldId="256"/>
            <ac:cxnSpMk id="56" creationId="{A3888E47-65CF-F2DA-FE4D-876FA7F80860}"/>
          </ac:cxnSpMkLst>
        </pc:cxnChg>
        <pc:cxnChg chg="mod">
          <ac:chgData name="Yngve Magnussen" userId="7b55f7db-8b68-4ba6-91c1-bf450468887a" providerId="ADAL" clId="{C8A09E40-D67E-4601-AA32-607CE000A13A}" dt="2022-10-26T06:44:59.176" v="994" actId="1076"/>
          <ac:cxnSpMkLst>
            <pc:docMk/>
            <pc:sldMk cId="2494278641" sldId="256"/>
            <ac:cxnSpMk id="57" creationId="{C26976E8-832B-2822-90C8-E1377068CA9A}"/>
          </ac:cxnSpMkLst>
        </pc:cxnChg>
        <pc:cxnChg chg="mod">
          <ac:chgData name="Yngve Magnussen" userId="7b55f7db-8b68-4ba6-91c1-bf450468887a" providerId="ADAL" clId="{C8A09E40-D67E-4601-AA32-607CE000A13A}" dt="2022-10-26T06:44:59.176" v="994" actId="1076"/>
          <ac:cxnSpMkLst>
            <pc:docMk/>
            <pc:sldMk cId="2494278641" sldId="256"/>
            <ac:cxnSpMk id="60" creationId="{46E4ADB2-37E5-CF4E-C85C-017C27F04A08}"/>
          </ac:cxnSpMkLst>
        </pc:cxnChg>
        <pc:cxnChg chg="mod">
          <ac:chgData name="Yngve Magnussen" userId="7b55f7db-8b68-4ba6-91c1-bf450468887a" providerId="ADAL" clId="{C8A09E40-D67E-4601-AA32-607CE000A13A}" dt="2022-10-26T06:44:59.176" v="994" actId="1076"/>
          <ac:cxnSpMkLst>
            <pc:docMk/>
            <pc:sldMk cId="2494278641" sldId="256"/>
            <ac:cxnSpMk id="63" creationId="{8488F384-EEBA-5C33-CC2E-D994BD9911B3}"/>
          </ac:cxnSpMkLst>
        </pc:cxnChg>
        <pc:cxnChg chg="mod">
          <ac:chgData name="Yngve Magnussen" userId="7b55f7db-8b68-4ba6-91c1-bf450468887a" providerId="ADAL" clId="{C8A09E40-D67E-4601-AA32-607CE000A13A}" dt="2022-10-26T06:44:59.176" v="994" actId="1076"/>
          <ac:cxnSpMkLst>
            <pc:docMk/>
            <pc:sldMk cId="2494278641" sldId="256"/>
            <ac:cxnSpMk id="66" creationId="{D71F97AC-F196-FFF2-BA81-949FF824E3E8}"/>
          </ac:cxnSpMkLst>
        </pc:cxnChg>
        <pc:cxnChg chg="mod">
          <ac:chgData name="Yngve Magnussen" userId="7b55f7db-8b68-4ba6-91c1-bf450468887a" providerId="ADAL" clId="{C8A09E40-D67E-4601-AA32-607CE000A13A}" dt="2022-10-26T06:44:59.176" v="994" actId="1076"/>
          <ac:cxnSpMkLst>
            <pc:docMk/>
            <pc:sldMk cId="2494278641" sldId="256"/>
            <ac:cxnSpMk id="69" creationId="{0663A6FF-DB7B-47C4-571A-1AF89E71AF0A}"/>
          </ac:cxnSpMkLst>
        </pc:cxnChg>
        <pc:cxnChg chg="mod">
          <ac:chgData name="Yngve Magnussen" userId="7b55f7db-8b68-4ba6-91c1-bf450468887a" providerId="ADAL" clId="{C8A09E40-D67E-4601-AA32-607CE000A13A}" dt="2022-10-26T06:44:59.176" v="994" actId="1076"/>
          <ac:cxnSpMkLst>
            <pc:docMk/>
            <pc:sldMk cId="2494278641" sldId="256"/>
            <ac:cxnSpMk id="72" creationId="{5047043E-E68B-9E16-9E6C-73737FA89FB4}"/>
          </ac:cxnSpMkLst>
        </pc:cxnChg>
        <pc:cxnChg chg="mod">
          <ac:chgData name="Yngve Magnussen" userId="7b55f7db-8b68-4ba6-91c1-bf450468887a" providerId="ADAL" clId="{C8A09E40-D67E-4601-AA32-607CE000A13A}" dt="2022-10-26T06:44:59.176" v="994" actId="1076"/>
          <ac:cxnSpMkLst>
            <pc:docMk/>
            <pc:sldMk cId="2494278641" sldId="256"/>
            <ac:cxnSpMk id="75" creationId="{A5463660-5E3F-A526-C295-5A0D8D2CCA1F}"/>
          </ac:cxnSpMkLst>
        </pc:cxnChg>
        <pc:cxnChg chg="mod">
          <ac:chgData name="Yngve Magnussen" userId="7b55f7db-8b68-4ba6-91c1-bf450468887a" providerId="ADAL" clId="{C8A09E40-D67E-4601-AA32-607CE000A13A}" dt="2022-10-26T06:44:59.176" v="994" actId="1076"/>
          <ac:cxnSpMkLst>
            <pc:docMk/>
            <pc:sldMk cId="2494278641" sldId="256"/>
            <ac:cxnSpMk id="78" creationId="{050416BA-6A32-C7A7-CCC2-83640B49A347}"/>
          </ac:cxnSpMkLst>
        </pc:cxnChg>
        <pc:cxnChg chg="mod">
          <ac:chgData name="Yngve Magnussen" userId="7b55f7db-8b68-4ba6-91c1-bf450468887a" providerId="ADAL" clId="{C8A09E40-D67E-4601-AA32-607CE000A13A}" dt="2022-10-26T06:44:59.176" v="994" actId="1076"/>
          <ac:cxnSpMkLst>
            <pc:docMk/>
            <pc:sldMk cId="2494278641" sldId="256"/>
            <ac:cxnSpMk id="81" creationId="{86A9BD4B-7B1D-A13F-A48F-D93577605E17}"/>
          </ac:cxnSpMkLst>
        </pc:cxnChg>
        <pc:cxnChg chg="add mod">
          <ac:chgData name="Yngve Magnussen" userId="7b55f7db-8b68-4ba6-91c1-bf450468887a" providerId="ADAL" clId="{C8A09E40-D67E-4601-AA32-607CE000A13A}" dt="2022-10-26T06:44:59.176" v="994" actId="1076"/>
          <ac:cxnSpMkLst>
            <pc:docMk/>
            <pc:sldMk cId="2494278641" sldId="256"/>
            <ac:cxnSpMk id="88" creationId="{5AFA717F-7124-76DE-4239-260D4C4E9E1C}"/>
          </ac:cxnSpMkLst>
        </pc:cxnChg>
        <pc:cxnChg chg="add mod">
          <ac:chgData name="Yngve Magnussen" userId="7b55f7db-8b68-4ba6-91c1-bf450468887a" providerId="ADAL" clId="{C8A09E40-D67E-4601-AA32-607CE000A13A}" dt="2022-10-26T06:44:59.176" v="994" actId="1076"/>
          <ac:cxnSpMkLst>
            <pc:docMk/>
            <pc:sldMk cId="2494278641" sldId="256"/>
            <ac:cxnSpMk id="91" creationId="{B2F7711E-49AF-EEE7-E0C4-805D4A599193}"/>
          </ac:cxnSpMkLst>
        </pc:cxnChg>
      </pc:sldChg>
      <pc:sldChg chg="addSp delSp modSp new del mod ord setBg">
        <pc:chgData name="Yngve Magnussen" userId="7b55f7db-8b68-4ba6-91c1-bf450468887a" providerId="ADAL" clId="{C8A09E40-D67E-4601-AA32-607CE000A13A}" dt="2022-10-26T06:42:31.017" v="960" actId="47"/>
        <pc:sldMkLst>
          <pc:docMk/>
          <pc:sldMk cId="3184141308" sldId="257"/>
        </pc:sldMkLst>
        <pc:spChg chg="mod">
          <ac:chgData name="Yngve Magnussen" userId="7b55f7db-8b68-4ba6-91c1-bf450468887a" providerId="ADAL" clId="{C8A09E40-D67E-4601-AA32-607CE000A13A}" dt="2022-10-11T11:35:23.777" v="869" actId="14100"/>
          <ac:spMkLst>
            <pc:docMk/>
            <pc:sldMk cId="3184141308" sldId="257"/>
            <ac:spMk id="2" creationId="{64BF0F8B-4846-21C2-8E03-F0922EBEF4DD}"/>
          </ac:spMkLst>
        </pc:spChg>
        <pc:spChg chg="mod">
          <ac:chgData name="Yngve Magnussen" userId="7b55f7db-8b68-4ba6-91c1-bf450468887a" providerId="ADAL" clId="{C8A09E40-D67E-4601-AA32-607CE000A13A}" dt="2022-10-11T11:36:44.580" v="879" actId="20577"/>
          <ac:spMkLst>
            <pc:docMk/>
            <pc:sldMk cId="3184141308" sldId="257"/>
            <ac:spMk id="3" creationId="{DC13FD99-3ECF-D56B-86C7-05B9988CE09B}"/>
          </ac:spMkLst>
        </pc:spChg>
        <pc:spChg chg="add del">
          <ac:chgData name="Yngve Magnussen" userId="7b55f7db-8b68-4ba6-91c1-bf450468887a" providerId="ADAL" clId="{C8A09E40-D67E-4601-AA32-607CE000A13A}" dt="2022-10-10T08:57:39.610" v="204" actId="26606"/>
          <ac:spMkLst>
            <pc:docMk/>
            <pc:sldMk cId="3184141308" sldId="257"/>
            <ac:spMk id="8" creationId="{577D6B2E-37A3-429E-A37C-F30ED6487282}"/>
          </ac:spMkLst>
        </pc:spChg>
        <pc:spChg chg="add del">
          <ac:chgData name="Yngve Magnussen" userId="7b55f7db-8b68-4ba6-91c1-bf450468887a" providerId="ADAL" clId="{C8A09E40-D67E-4601-AA32-607CE000A13A}" dt="2022-10-10T08:57:39.610" v="204" actId="26606"/>
          <ac:spMkLst>
            <pc:docMk/>
            <pc:sldMk cId="3184141308" sldId="257"/>
            <ac:spMk id="10" creationId="{5CEAD642-85CF-4750-8432-7C80C901F001}"/>
          </ac:spMkLst>
        </pc:spChg>
        <pc:spChg chg="add del">
          <ac:chgData name="Yngve Magnussen" userId="7b55f7db-8b68-4ba6-91c1-bf450468887a" providerId="ADAL" clId="{C8A09E40-D67E-4601-AA32-607CE000A13A}" dt="2022-10-10T08:57:39.610" v="204" actId="26606"/>
          <ac:spMkLst>
            <pc:docMk/>
            <pc:sldMk cId="3184141308" sldId="257"/>
            <ac:spMk id="12" creationId="{FA33EEAE-15D5-4119-8C1E-89D943F911EF}"/>
          </ac:spMkLst>
        </pc:spChg>
        <pc:spChg chg="add del">
          <ac:chgData name="Yngve Magnussen" userId="7b55f7db-8b68-4ba6-91c1-bf450468887a" providerId="ADAL" clId="{C8A09E40-D67E-4601-AA32-607CE000A13A}" dt="2022-10-10T08:57:39.610" v="204" actId="26606"/>
          <ac:spMkLst>
            <pc:docMk/>
            <pc:sldMk cId="3184141308" sldId="257"/>
            <ac:spMk id="14" creationId="{730D8B3B-9B80-4025-B934-26DC7D7CD231}"/>
          </ac:spMkLst>
        </pc:spChg>
        <pc:spChg chg="add del">
          <ac:chgData name="Yngve Magnussen" userId="7b55f7db-8b68-4ba6-91c1-bf450468887a" providerId="ADAL" clId="{C8A09E40-D67E-4601-AA32-607CE000A13A}" dt="2022-10-10T08:57:39.610" v="204" actId="26606"/>
          <ac:spMkLst>
            <pc:docMk/>
            <pc:sldMk cId="3184141308" sldId="257"/>
            <ac:spMk id="16" creationId="{1064D5D5-227B-4F66-9AEA-46F570E793BD}"/>
          </ac:spMkLst>
        </pc:spChg>
        <pc:spChg chg="add del">
          <ac:chgData name="Yngve Magnussen" userId="7b55f7db-8b68-4ba6-91c1-bf450468887a" providerId="ADAL" clId="{C8A09E40-D67E-4601-AA32-607CE000A13A}" dt="2022-10-10T08:57:39.610" v="204" actId="26606"/>
          <ac:spMkLst>
            <pc:docMk/>
            <pc:sldMk cId="3184141308" sldId="257"/>
            <ac:spMk id="18" creationId="{646B67A4-D328-4747-A82B-65E84FA46368}"/>
          </ac:spMkLst>
        </pc:spChg>
        <pc:spChg chg="add del">
          <ac:chgData name="Yngve Magnussen" userId="7b55f7db-8b68-4ba6-91c1-bf450468887a" providerId="ADAL" clId="{C8A09E40-D67E-4601-AA32-607CE000A13A}" dt="2022-10-10T08:57:39.610" v="204" actId="26606"/>
          <ac:spMkLst>
            <pc:docMk/>
            <pc:sldMk cId="3184141308" sldId="257"/>
            <ac:spMk id="20" creationId="{B5A1B09C-1565-46F8-B70F-621C5EB48A09}"/>
          </ac:spMkLst>
        </pc:spChg>
        <pc:spChg chg="add del">
          <ac:chgData name="Yngve Magnussen" userId="7b55f7db-8b68-4ba6-91c1-bf450468887a" providerId="ADAL" clId="{C8A09E40-D67E-4601-AA32-607CE000A13A}" dt="2022-10-10T08:57:39.610" v="204" actId="26606"/>
          <ac:spMkLst>
            <pc:docMk/>
            <pc:sldMk cId="3184141308" sldId="257"/>
            <ac:spMk id="22" creationId="{8C516CC8-80AC-446C-A56E-9F54B7210402}"/>
          </ac:spMkLst>
        </pc:spChg>
        <pc:spChg chg="add del">
          <ac:chgData name="Yngve Magnussen" userId="7b55f7db-8b68-4ba6-91c1-bf450468887a" providerId="ADAL" clId="{C8A09E40-D67E-4601-AA32-607CE000A13A}" dt="2022-10-10T08:57:51.215" v="206" actId="26606"/>
          <ac:spMkLst>
            <pc:docMk/>
            <pc:sldMk cId="3184141308" sldId="257"/>
            <ac:spMk id="24" creationId="{A8DB9CD9-59B1-4D73-BC4C-98796A48EF9B}"/>
          </ac:spMkLst>
        </pc:spChg>
        <pc:spChg chg="add del">
          <ac:chgData name="Yngve Magnussen" userId="7b55f7db-8b68-4ba6-91c1-bf450468887a" providerId="ADAL" clId="{C8A09E40-D67E-4601-AA32-607CE000A13A}" dt="2022-10-10T08:57:51.215" v="206" actId="26606"/>
          <ac:spMkLst>
            <pc:docMk/>
            <pc:sldMk cId="3184141308" sldId="257"/>
            <ac:spMk id="25" creationId="{8874A6A9-41FF-4E33-AFA8-F9F81436A59E}"/>
          </ac:spMkLst>
        </pc:spChg>
        <pc:spChg chg="add">
          <ac:chgData name="Yngve Magnussen" userId="7b55f7db-8b68-4ba6-91c1-bf450468887a" providerId="ADAL" clId="{C8A09E40-D67E-4601-AA32-607CE000A13A}" dt="2022-10-10T08:57:51.219" v="207" actId="26606"/>
          <ac:spMkLst>
            <pc:docMk/>
            <pc:sldMk cId="3184141308" sldId="257"/>
            <ac:spMk id="31" creationId="{EB270761-CC40-4F3F-A916-7E3BC3989348}"/>
          </ac:spMkLst>
        </pc:spChg>
        <pc:spChg chg="add">
          <ac:chgData name="Yngve Magnussen" userId="7b55f7db-8b68-4ba6-91c1-bf450468887a" providerId="ADAL" clId="{C8A09E40-D67E-4601-AA32-607CE000A13A}" dt="2022-10-10T08:57:51.219" v="207" actId="26606"/>
          <ac:spMkLst>
            <pc:docMk/>
            <pc:sldMk cId="3184141308" sldId="257"/>
            <ac:spMk id="32" creationId="{2820855C-9FA4-417A-BE67-63C022F81980}"/>
          </ac:spMkLst>
        </pc:spChg>
        <pc:spChg chg="add">
          <ac:chgData name="Yngve Magnussen" userId="7b55f7db-8b68-4ba6-91c1-bf450468887a" providerId="ADAL" clId="{C8A09E40-D67E-4601-AA32-607CE000A13A}" dt="2022-10-10T08:57:51.219" v="207" actId="26606"/>
          <ac:spMkLst>
            <pc:docMk/>
            <pc:sldMk cId="3184141308" sldId="257"/>
            <ac:spMk id="33" creationId="{D7E6A49B-1B06-403E-8CC5-ACB38A6BDEEB}"/>
          </ac:spMkLst>
        </pc:spChg>
        <pc:grpChg chg="add del">
          <ac:chgData name="Yngve Magnussen" userId="7b55f7db-8b68-4ba6-91c1-bf450468887a" providerId="ADAL" clId="{C8A09E40-D67E-4601-AA32-607CE000A13A}" dt="2022-10-10T08:57:51.215" v="206" actId="26606"/>
          <ac:grpSpMkLst>
            <pc:docMk/>
            <pc:sldMk cId="3184141308" sldId="257"/>
            <ac:grpSpMk id="26" creationId="{721D730E-1F97-4071-B143-B05E6D2599BC}"/>
          </ac:grpSpMkLst>
        </pc:grpChg>
      </pc:sldChg>
      <pc:sldChg chg="addSp delSp modSp add del mod">
        <pc:chgData name="Yngve Magnussen" userId="7b55f7db-8b68-4ba6-91c1-bf450468887a" providerId="ADAL" clId="{C8A09E40-D67E-4601-AA32-607CE000A13A}" dt="2022-10-11T11:32:02.597" v="836" actId="2696"/>
        <pc:sldMkLst>
          <pc:docMk/>
          <pc:sldMk cId="1083857838" sldId="258"/>
        </pc:sldMkLst>
        <pc:spChg chg="del mod">
          <ac:chgData name="Yngve Magnussen" userId="7b55f7db-8b68-4ba6-91c1-bf450468887a" providerId="ADAL" clId="{C8A09E40-D67E-4601-AA32-607CE000A13A}" dt="2022-10-10T09:10:59.441" v="213" actId="478"/>
          <ac:spMkLst>
            <pc:docMk/>
            <pc:sldMk cId="1083857838" sldId="258"/>
            <ac:spMk id="2" creationId="{64BF0F8B-4846-21C2-8E03-F0922EBEF4DD}"/>
          </ac:spMkLst>
        </pc:spChg>
        <pc:spChg chg="mod">
          <ac:chgData name="Yngve Magnussen" userId="7b55f7db-8b68-4ba6-91c1-bf450468887a" providerId="ADAL" clId="{C8A09E40-D67E-4601-AA32-607CE000A13A}" dt="2022-10-11T10:41:56.652" v="726" actId="27636"/>
          <ac:spMkLst>
            <pc:docMk/>
            <pc:sldMk cId="1083857838" sldId="258"/>
            <ac:spMk id="3" creationId="{DC13FD99-3ECF-D56B-86C7-05B9988CE09B}"/>
          </ac:spMkLst>
        </pc:spChg>
        <pc:picChg chg="add del mod">
          <ac:chgData name="Yngve Magnussen" userId="7b55f7db-8b68-4ba6-91c1-bf450468887a" providerId="ADAL" clId="{C8A09E40-D67E-4601-AA32-607CE000A13A}" dt="2022-10-11T10:41:29.895" v="718" actId="478"/>
          <ac:picMkLst>
            <pc:docMk/>
            <pc:sldMk cId="1083857838" sldId="258"/>
            <ac:picMk id="5" creationId="{35167121-D477-048D-F39A-916D788E73BA}"/>
          </ac:picMkLst>
        </pc:picChg>
      </pc:sldChg>
      <pc:sldChg chg="addSp delSp modSp add mod addAnim delAnim modAnim">
        <pc:chgData name="Yngve Magnussen" userId="7b55f7db-8b68-4ba6-91c1-bf450468887a" providerId="ADAL" clId="{C8A09E40-D67E-4601-AA32-607CE000A13A}" dt="2022-11-18T10:14:19.733" v="1147" actId="1076"/>
        <pc:sldMkLst>
          <pc:docMk/>
          <pc:sldMk cId="1240606269" sldId="258"/>
        </pc:sldMkLst>
        <pc:spChg chg="add mod">
          <ac:chgData name="Yngve Magnussen" userId="7b55f7db-8b68-4ba6-91c1-bf450468887a" providerId="ADAL" clId="{C8A09E40-D67E-4601-AA32-607CE000A13A}" dt="2022-11-18T10:14:19.733" v="1147" actId="1076"/>
          <ac:spMkLst>
            <pc:docMk/>
            <pc:sldMk cId="1240606269" sldId="258"/>
            <ac:spMk id="2" creationId="{F8DC426E-89AA-4599-5A82-2D4BD5871B42}"/>
          </ac:spMkLst>
        </pc:spChg>
        <pc:spChg chg="add mod">
          <ac:chgData name="Yngve Magnussen" userId="7b55f7db-8b68-4ba6-91c1-bf450468887a" providerId="ADAL" clId="{C8A09E40-D67E-4601-AA32-607CE000A13A}" dt="2022-10-26T06:44:42.499" v="993" actId="1076"/>
          <ac:spMkLst>
            <pc:docMk/>
            <pc:sldMk cId="1240606269" sldId="258"/>
            <ac:spMk id="4" creationId="{E6C1E467-448F-85A0-8B62-272901B6BE99}"/>
          </ac:spMkLst>
        </pc:spChg>
        <pc:spChg chg="add mod">
          <ac:chgData name="Yngve Magnussen" userId="7b55f7db-8b68-4ba6-91c1-bf450468887a" providerId="ADAL" clId="{C8A09E40-D67E-4601-AA32-607CE000A13A}" dt="2022-10-26T06:44:42.499" v="993" actId="1076"/>
          <ac:spMkLst>
            <pc:docMk/>
            <pc:sldMk cId="1240606269" sldId="258"/>
            <ac:spMk id="6" creationId="{9A47F579-6D97-68ED-8668-0981E58B0BE3}"/>
          </ac:spMkLst>
        </pc:spChg>
        <pc:spChg chg="add del mod">
          <ac:chgData name="Yngve Magnussen" userId="7b55f7db-8b68-4ba6-91c1-bf450468887a" providerId="ADAL" clId="{C8A09E40-D67E-4601-AA32-607CE000A13A}" dt="2022-10-26T06:44:42.499" v="993" actId="1076"/>
          <ac:spMkLst>
            <pc:docMk/>
            <pc:sldMk cId="1240606269" sldId="258"/>
            <ac:spMk id="7" creationId="{B83585A6-537C-DA87-8ADA-8C2A7039F8EF}"/>
          </ac:spMkLst>
        </pc:spChg>
        <pc:spChg chg="add del mod">
          <ac:chgData name="Yngve Magnussen" userId="7b55f7db-8b68-4ba6-91c1-bf450468887a" providerId="ADAL" clId="{C8A09E40-D67E-4601-AA32-607CE000A13A}" dt="2022-10-26T06:44:42.499" v="993" actId="1076"/>
          <ac:spMkLst>
            <pc:docMk/>
            <pc:sldMk cId="1240606269" sldId="258"/>
            <ac:spMk id="8" creationId="{28388996-0CD3-956D-3FD0-BB02B7164808}"/>
          </ac:spMkLst>
        </pc:spChg>
        <pc:spChg chg="add del mod">
          <ac:chgData name="Yngve Magnussen" userId="7b55f7db-8b68-4ba6-91c1-bf450468887a" providerId="ADAL" clId="{C8A09E40-D67E-4601-AA32-607CE000A13A}" dt="2022-10-26T06:44:42.499" v="993" actId="1076"/>
          <ac:spMkLst>
            <pc:docMk/>
            <pc:sldMk cId="1240606269" sldId="258"/>
            <ac:spMk id="9" creationId="{17097385-A1F4-2715-6D98-C1DD462D98A0}"/>
          </ac:spMkLst>
        </pc:spChg>
        <pc:spChg chg="add del mod">
          <ac:chgData name="Yngve Magnussen" userId="7b55f7db-8b68-4ba6-91c1-bf450468887a" providerId="ADAL" clId="{C8A09E40-D67E-4601-AA32-607CE000A13A}" dt="2022-10-26T06:44:42.499" v="993" actId="1076"/>
          <ac:spMkLst>
            <pc:docMk/>
            <pc:sldMk cId="1240606269" sldId="258"/>
            <ac:spMk id="10" creationId="{F8937F62-2F55-1419-0C9A-8C7B0405F1EF}"/>
          </ac:spMkLst>
        </pc:spChg>
        <pc:spChg chg="add del mod">
          <ac:chgData name="Yngve Magnussen" userId="7b55f7db-8b68-4ba6-91c1-bf450468887a" providerId="ADAL" clId="{C8A09E40-D67E-4601-AA32-607CE000A13A}" dt="2022-10-26T06:44:42.499" v="993" actId="1076"/>
          <ac:spMkLst>
            <pc:docMk/>
            <pc:sldMk cId="1240606269" sldId="258"/>
            <ac:spMk id="11" creationId="{9216AA11-BE3B-97BD-97F7-DF33B8D0F56A}"/>
          </ac:spMkLst>
        </pc:spChg>
        <pc:spChg chg="add del mod">
          <ac:chgData name="Yngve Magnussen" userId="7b55f7db-8b68-4ba6-91c1-bf450468887a" providerId="ADAL" clId="{C8A09E40-D67E-4601-AA32-607CE000A13A}" dt="2022-10-26T06:44:42.499" v="993" actId="1076"/>
          <ac:spMkLst>
            <pc:docMk/>
            <pc:sldMk cId="1240606269" sldId="258"/>
            <ac:spMk id="12" creationId="{A0CCF2A6-6AFD-B1C4-55CB-60C3B81B7843}"/>
          </ac:spMkLst>
        </pc:spChg>
        <pc:spChg chg="add del mod">
          <ac:chgData name="Yngve Magnussen" userId="7b55f7db-8b68-4ba6-91c1-bf450468887a" providerId="ADAL" clId="{C8A09E40-D67E-4601-AA32-607CE000A13A}" dt="2022-10-26T06:44:42.499" v="993" actId="1076"/>
          <ac:spMkLst>
            <pc:docMk/>
            <pc:sldMk cId="1240606269" sldId="258"/>
            <ac:spMk id="13" creationId="{2C7B3451-64C0-88DB-CAEA-F1E29A47385E}"/>
          </ac:spMkLst>
        </pc:spChg>
        <pc:spChg chg="add del mod">
          <ac:chgData name="Yngve Magnussen" userId="7b55f7db-8b68-4ba6-91c1-bf450468887a" providerId="ADAL" clId="{C8A09E40-D67E-4601-AA32-607CE000A13A}" dt="2022-10-26T06:44:42.499" v="993" actId="1076"/>
          <ac:spMkLst>
            <pc:docMk/>
            <pc:sldMk cId="1240606269" sldId="258"/>
            <ac:spMk id="14" creationId="{09EB1B1D-F9DD-3C07-C861-4D2EE975430B}"/>
          </ac:spMkLst>
        </pc:spChg>
        <pc:spChg chg="add del mod">
          <ac:chgData name="Yngve Magnussen" userId="7b55f7db-8b68-4ba6-91c1-bf450468887a" providerId="ADAL" clId="{C8A09E40-D67E-4601-AA32-607CE000A13A}" dt="2022-10-26T06:44:42.499" v="993" actId="1076"/>
          <ac:spMkLst>
            <pc:docMk/>
            <pc:sldMk cId="1240606269" sldId="258"/>
            <ac:spMk id="15" creationId="{03FA30C0-11AF-DCFE-9044-BAD1DA92AE11}"/>
          </ac:spMkLst>
        </pc:spChg>
        <pc:spChg chg="add mod">
          <ac:chgData name="Yngve Magnussen" userId="7b55f7db-8b68-4ba6-91c1-bf450468887a" providerId="ADAL" clId="{C8A09E40-D67E-4601-AA32-607CE000A13A}" dt="2022-10-26T06:44:42.499" v="993" actId="1076"/>
          <ac:spMkLst>
            <pc:docMk/>
            <pc:sldMk cId="1240606269" sldId="258"/>
            <ac:spMk id="16" creationId="{34441064-4E11-ECF1-1017-A8D1B311B400}"/>
          </ac:spMkLst>
        </pc:spChg>
        <pc:spChg chg="add mod">
          <ac:chgData name="Yngve Magnussen" userId="7b55f7db-8b68-4ba6-91c1-bf450468887a" providerId="ADAL" clId="{C8A09E40-D67E-4601-AA32-607CE000A13A}" dt="2022-10-26T06:44:42.499" v="993" actId="1076"/>
          <ac:spMkLst>
            <pc:docMk/>
            <pc:sldMk cId="1240606269" sldId="258"/>
            <ac:spMk id="17" creationId="{F621512B-A029-144C-B703-2F86A22F945C}"/>
          </ac:spMkLst>
        </pc:spChg>
        <pc:spChg chg="add mod">
          <ac:chgData name="Yngve Magnussen" userId="7b55f7db-8b68-4ba6-91c1-bf450468887a" providerId="ADAL" clId="{C8A09E40-D67E-4601-AA32-607CE000A13A}" dt="2022-10-26T06:44:42.499" v="993" actId="1076"/>
          <ac:spMkLst>
            <pc:docMk/>
            <pc:sldMk cId="1240606269" sldId="258"/>
            <ac:spMk id="18" creationId="{12EF941C-59A3-607F-CDE1-008EB465879C}"/>
          </ac:spMkLst>
        </pc:spChg>
        <pc:spChg chg="add del">
          <ac:chgData name="Yngve Magnussen" userId="7b55f7db-8b68-4ba6-91c1-bf450468887a" providerId="ADAL" clId="{C8A09E40-D67E-4601-AA32-607CE000A13A}" dt="2022-10-18T14:24:38.454" v="906" actId="478"/>
          <ac:spMkLst>
            <pc:docMk/>
            <pc:sldMk cId="1240606269" sldId="258"/>
            <ac:spMk id="41" creationId="{A424F684-40D1-50FD-7092-5B1AC833B11E}"/>
          </ac:spMkLst>
        </pc:spChg>
        <pc:spChg chg="add del mod">
          <ac:chgData name="Yngve Magnussen" userId="7b55f7db-8b68-4ba6-91c1-bf450468887a" providerId="ADAL" clId="{C8A09E40-D67E-4601-AA32-607CE000A13A}" dt="2022-10-26T06:44:42.499" v="993" actId="1076"/>
          <ac:spMkLst>
            <pc:docMk/>
            <pc:sldMk cId="1240606269" sldId="258"/>
            <ac:spMk id="42" creationId="{37BA9506-77F6-9B91-30A3-007A081B3D34}"/>
          </ac:spMkLst>
        </pc:spChg>
        <pc:spChg chg="add del">
          <ac:chgData name="Yngve Magnussen" userId="7b55f7db-8b68-4ba6-91c1-bf450468887a" providerId="ADAL" clId="{C8A09E40-D67E-4601-AA32-607CE000A13A}" dt="2022-10-18T14:24:39.029" v="907" actId="478"/>
          <ac:spMkLst>
            <pc:docMk/>
            <pc:sldMk cId="1240606269" sldId="258"/>
            <ac:spMk id="43" creationId="{0EF648A5-71C1-61BF-FF45-9DC013CAD285}"/>
          </ac:spMkLst>
        </pc:spChg>
        <pc:spChg chg="add del mod">
          <ac:chgData name="Yngve Magnussen" userId="7b55f7db-8b68-4ba6-91c1-bf450468887a" providerId="ADAL" clId="{C8A09E40-D67E-4601-AA32-607CE000A13A}" dt="2022-10-26T06:44:42.499" v="993" actId="1076"/>
          <ac:spMkLst>
            <pc:docMk/>
            <pc:sldMk cId="1240606269" sldId="258"/>
            <ac:spMk id="44" creationId="{6583D276-264C-1664-5E05-66EA4D425C25}"/>
          </ac:spMkLst>
        </pc:spChg>
        <pc:spChg chg="add del">
          <ac:chgData name="Yngve Magnussen" userId="7b55f7db-8b68-4ba6-91c1-bf450468887a" providerId="ADAL" clId="{C8A09E40-D67E-4601-AA32-607CE000A13A}" dt="2022-10-18T14:24:39.653" v="908" actId="478"/>
          <ac:spMkLst>
            <pc:docMk/>
            <pc:sldMk cId="1240606269" sldId="258"/>
            <ac:spMk id="45" creationId="{1DD9E11F-82E4-EE71-1702-3D4DE576A5C5}"/>
          </ac:spMkLst>
        </pc:spChg>
        <pc:spChg chg="add del mod">
          <ac:chgData name="Yngve Magnussen" userId="7b55f7db-8b68-4ba6-91c1-bf450468887a" providerId="ADAL" clId="{C8A09E40-D67E-4601-AA32-607CE000A13A}" dt="2022-10-26T06:44:42.499" v="993" actId="1076"/>
          <ac:spMkLst>
            <pc:docMk/>
            <pc:sldMk cId="1240606269" sldId="258"/>
            <ac:spMk id="50" creationId="{C92C397B-0757-FC0F-5FF2-A0916C50D334}"/>
          </ac:spMkLst>
        </pc:spChg>
        <pc:spChg chg="add del mod">
          <ac:chgData name="Yngve Magnussen" userId="7b55f7db-8b68-4ba6-91c1-bf450468887a" providerId="ADAL" clId="{C8A09E40-D67E-4601-AA32-607CE000A13A}" dt="2022-10-26T06:44:42.499" v="993" actId="1076"/>
          <ac:spMkLst>
            <pc:docMk/>
            <pc:sldMk cId="1240606269" sldId="258"/>
            <ac:spMk id="52" creationId="{771EC98A-40CB-6ACF-9D56-FA0F0D5F5015}"/>
          </ac:spMkLst>
        </pc:spChg>
        <pc:spChg chg="add del mod">
          <ac:chgData name="Yngve Magnussen" userId="7b55f7db-8b68-4ba6-91c1-bf450468887a" providerId="ADAL" clId="{C8A09E40-D67E-4601-AA32-607CE000A13A}" dt="2022-10-26T06:44:42.499" v="993" actId="1076"/>
          <ac:spMkLst>
            <pc:docMk/>
            <pc:sldMk cId="1240606269" sldId="258"/>
            <ac:spMk id="53" creationId="{6CE9598B-F7CB-773F-AF62-7B8FBDCF6A77}"/>
          </ac:spMkLst>
        </pc:spChg>
        <pc:spChg chg="add del">
          <ac:chgData name="Yngve Magnussen" userId="7b55f7db-8b68-4ba6-91c1-bf450468887a" providerId="ADAL" clId="{C8A09E40-D67E-4601-AA32-607CE000A13A}" dt="2022-10-18T14:24:35.815" v="905" actId="478"/>
          <ac:spMkLst>
            <pc:docMk/>
            <pc:sldMk cId="1240606269" sldId="258"/>
            <ac:spMk id="54" creationId="{8BFC233C-04D4-D509-7C97-BC4E0E1C364A}"/>
          </ac:spMkLst>
        </pc:spChg>
        <pc:spChg chg="add del">
          <ac:chgData name="Yngve Magnussen" userId="7b55f7db-8b68-4ba6-91c1-bf450468887a" providerId="ADAL" clId="{C8A09E40-D67E-4601-AA32-607CE000A13A}" dt="2022-10-18T14:24:33.780" v="903" actId="478"/>
          <ac:spMkLst>
            <pc:docMk/>
            <pc:sldMk cId="1240606269" sldId="258"/>
            <ac:spMk id="93" creationId="{075B42B6-4364-B011-748A-C8FA73680E4D}"/>
          </ac:spMkLst>
        </pc:spChg>
        <pc:spChg chg="add del">
          <ac:chgData name="Yngve Magnussen" userId="7b55f7db-8b68-4ba6-91c1-bf450468887a" providerId="ADAL" clId="{C8A09E40-D67E-4601-AA32-607CE000A13A}" dt="2022-10-18T14:24:33.069" v="902" actId="478"/>
          <ac:spMkLst>
            <pc:docMk/>
            <pc:sldMk cId="1240606269" sldId="258"/>
            <ac:spMk id="94" creationId="{7C84B601-13D8-59C5-0F8F-1146640C87A6}"/>
          </ac:spMkLst>
        </pc:spChg>
        <pc:spChg chg="add del">
          <ac:chgData name="Yngve Magnussen" userId="7b55f7db-8b68-4ba6-91c1-bf450468887a" providerId="ADAL" clId="{C8A09E40-D67E-4601-AA32-607CE000A13A}" dt="2022-10-18T14:24:34.452" v="904" actId="478"/>
          <ac:spMkLst>
            <pc:docMk/>
            <pc:sldMk cId="1240606269" sldId="258"/>
            <ac:spMk id="95" creationId="{62932DDF-00FF-13D4-4872-FEA40153A125}"/>
          </ac:spMkLst>
        </pc:spChg>
        <pc:picChg chg="add mod">
          <ac:chgData name="Yngve Magnussen" userId="7b55f7db-8b68-4ba6-91c1-bf450468887a" providerId="ADAL" clId="{C8A09E40-D67E-4601-AA32-607CE000A13A}" dt="2022-10-26T06:44:42.499" v="993" actId="1076"/>
          <ac:picMkLst>
            <pc:docMk/>
            <pc:sldMk cId="1240606269" sldId="258"/>
            <ac:picMk id="3" creationId="{20BD2B4E-1A7B-8C4E-D0CB-E29C0F0987A0}"/>
          </ac:picMkLst>
        </pc:picChg>
        <pc:picChg chg="mod">
          <ac:chgData name="Yngve Magnussen" userId="7b55f7db-8b68-4ba6-91c1-bf450468887a" providerId="ADAL" clId="{C8A09E40-D67E-4601-AA32-607CE000A13A}" dt="2022-10-26T06:44:42.499" v="993" actId="1076"/>
          <ac:picMkLst>
            <pc:docMk/>
            <pc:sldMk cId="1240606269" sldId="258"/>
            <ac:picMk id="5" creationId="{01D52531-D736-38EF-E9C4-B6FAB8477D5C}"/>
          </ac:picMkLst>
        </pc:picChg>
        <pc:picChg chg="add del">
          <ac:chgData name="Yngve Magnussen" userId="7b55f7db-8b68-4ba6-91c1-bf450468887a" providerId="ADAL" clId="{C8A09E40-D67E-4601-AA32-607CE000A13A}" dt="2022-10-18T14:26:03.007" v="915" actId="478"/>
          <ac:picMkLst>
            <pc:docMk/>
            <pc:sldMk cId="1240606269" sldId="258"/>
            <ac:picMk id="19" creationId="{6C616F3A-AFCC-1E69-5CAF-98A317476361}"/>
          </ac:picMkLst>
        </pc:picChg>
        <pc:picChg chg="del">
          <ac:chgData name="Yngve Magnussen" userId="7b55f7db-8b68-4ba6-91c1-bf450468887a" providerId="ADAL" clId="{C8A09E40-D67E-4601-AA32-607CE000A13A}" dt="2022-10-18T14:23:49.235" v="881" actId="478"/>
          <ac:picMkLst>
            <pc:docMk/>
            <pc:sldMk cId="1240606269" sldId="258"/>
            <ac:picMk id="21" creationId="{37F16C5E-DC7E-3658-20F9-7D67A0AC484B}"/>
          </ac:picMkLst>
        </pc:picChg>
        <pc:picChg chg="del">
          <ac:chgData name="Yngve Magnussen" userId="7b55f7db-8b68-4ba6-91c1-bf450468887a" providerId="ADAL" clId="{C8A09E40-D67E-4601-AA32-607CE000A13A}" dt="2022-10-18T14:23:49.821" v="882" actId="478"/>
          <ac:picMkLst>
            <pc:docMk/>
            <pc:sldMk cId="1240606269" sldId="258"/>
            <ac:picMk id="25" creationId="{1822849E-1080-7C80-CC73-178CC7F8A29C}"/>
          </ac:picMkLst>
        </pc:picChg>
        <pc:picChg chg="del">
          <ac:chgData name="Yngve Magnussen" userId="7b55f7db-8b68-4ba6-91c1-bf450468887a" providerId="ADAL" clId="{C8A09E40-D67E-4601-AA32-607CE000A13A}" dt="2022-10-18T14:23:50.294" v="883" actId="478"/>
          <ac:picMkLst>
            <pc:docMk/>
            <pc:sldMk cId="1240606269" sldId="258"/>
            <ac:picMk id="27" creationId="{F7F92FE9-59BE-8D7B-7EFF-25422B2E8EDD}"/>
          </ac:picMkLst>
        </pc:picChg>
        <pc:picChg chg="del">
          <ac:chgData name="Yngve Magnussen" userId="7b55f7db-8b68-4ba6-91c1-bf450468887a" providerId="ADAL" clId="{C8A09E40-D67E-4601-AA32-607CE000A13A}" dt="2022-10-18T14:23:51.854" v="885" actId="478"/>
          <ac:picMkLst>
            <pc:docMk/>
            <pc:sldMk cId="1240606269" sldId="258"/>
            <ac:picMk id="86" creationId="{F87153C5-EAB9-9450-2FFF-29F7F71F14EB}"/>
          </ac:picMkLst>
        </pc:picChg>
        <pc:picChg chg="del">
          <ac:chgData name="Yngve Magnussen" userId="7b55f7db-8b68-4ba6-91c1-bf450468887a" providerId="ADAL" clId="{C8A09E40-D67E-4601-AA32-607CE000A13A}" dt="2022-10-18T14:23:52.463" v="886" actId="478"/>
          <ac:picMkLst>
            <pc:docMk/>
            <pc:sldMk cId="1240606269" sldId="258"/>
            <ac:picMk id="90" creationId="{9E4F3962-4189-483E-93CF-D3E8F02498EB}"/>
          </ac:picMkLst>
        </pc:picChg>
        <pc:picChg chg="add del mod">
          <ac:chgData name="Yngve Magnussen" userId="7b55f7db-8b68-4ba6-91c1-bf450468887a" providerId="ADAL" clId="{C8A09E40-D67E-4601-AA32-607CE000A13A}" dt="2022-10-18T14:25:59.126" v="913" actId="478"/>
          <ac:picMkLst>
            <pc:docMk/>
            <pc:sldMk cId="1240606269" sldId="258"/>
            <ac:picMk id="97" creationId="{606AF6C4-2D3E-DB5A-680B-04FC1BAFBD01}"/>
          </ac:picMkLst>
        </pc:picChg>
        <pc:picChg chg="add del mod">
          <ac:chgData name="Yngve Magnussen" userId="7b55f7db-8b68-4ba6-91c1-bf450468887a" providerId="ADAL" clId="{C8A09E40-D67E-4601-AA32-607CE000A13A}" dt="2022-10-18T14:26:00.974" v="914" actId="478"/>
          <ac:picMkLst>
            <pc:docMk/>
            <pc:sldMk cId="1240606269" sldId="258"/>
            <ac:picMk id="99" creationId="{50B9DD4B-356A-08ED-F8E2-F8E0C01A457D}"/>
          </ac:picMkLst>
        </pc:picChg>
        <pc:cxnChg chg="add del mod">
          <ac:chgData name="Yngve Magnussen" userId="7b55f7db-8b68-4ba6-91c1-bf450468887a" providerId="ADAL" clId="{C8A09E40-D67E-4601-AA32-607CE000A13A}" dt="2022-10-26T06:44:42.499" v="993" actId="1076"/>
          <ac:cxnSpMkLst>
            <pc:docMk/>
            <pc:sldMk cId="1240606269" sldId="258"/>
            <ac:cxnSpMk id="56" creationId="{A3888E47-65CF-F2DA-FE4D-876FA7F80860}"/>
          </ac:cxnSpMkLst>
        </pc:cxnChg>
        <pc:cxnChg chg="add del mod">
          <ac:chgData name="Yngve Magnussen" userId="7b55f7db-8b68-4ba6-91c1-bf450468887a" providerId="ADAL" clId="{C8A09E40-D67E-4601-AA32-607CE000A13A}" dt="2022-10-26T06:44:42.499" v="993" actId="1076"/>
          <ac:cxnSpMkLst>
            <pc:docMk/>
            <pc:sldMk cId="1240606269" sldId="258"/>
            <ac:cxnSpMk id="57" creationId="{C26976E8-832B-2822-90C8-E1377068CA9A}"/>
          </ac:cxnSpMkLst>
        </pc:cxnChg>
        <pc:cxnChg chg="add del mod">
          <ac:chgData name="Yngve Magnussen" userId="7b55f7db-8b68-4ba6-91c1-bf450468887a" providerId="ADAL" clId="{C8A09E40-D67E-4601-AA32-607CE000A13A}" dt="2022-10-26T06:44:42.499" v="993" actId="1076"/>
          <ac:cxnSpMkLst>
            <pc:docMk/>
            <pc:sldMk cId="1240606269" sldId="258"/>
            <ac:cxnSpMk id="60" creationId="{46E4ADB2-37E5-CF4E-C85C-017C27F04A08}"/>
          </ac:cxnSpMkLst>
        </pc:cxnChg>
        <pc:cxnChg chg="add del mod">
          <ac:chgData name="Yngve Magnussen" userId="7b55f7db-8b68-4ba6-91c1-bf450468887a" providerId="ADAL" clId="{C8A09E40-D67E-4601-AA32-607CE000A13A}" dt="2022-10-26T06:44:42.499" v="993" actId="1076"/>
          <ac:cxnSpMkLst>
            <pc:docMk/>
            <pc:sldMk cId="1240606269" sldId="258"/>
            <ac:cxnSpMk id="63" creationId="{8488F384-EEBA-5C33-CC2E-D994BD9911B3}"/>
          </ac:cxnSpMkLst>
        </pc:cxnChg>
        <pc:cxnChg chg="add del mod">
          <ac:chgData name="Yngve Magnussen" userId="7b55f7db-8b68-4ba6-91c1-bf450468887a" providerId="ADAL" clId="{C8A09E40-D67E-4601-AA32-607CE000A13A}" dt="2022-10-26T06:44:42.499" v="993" actId="1076"/>
          <ac:cxnSpMkLst>
            <pc:docMk/>
            <pc:sldMk cId="1240606269" sldId="258"/>
            <ac:cxnSpMk id="66" creationId="{D71F97AC-F196-FFF2-BA81-949FF824E3E8}"/>
          </ac:cxnSpMkLst>
        </pc:cxnChg>
        <pc:cxnChg chg="add del mod">
          <ac:chgData name="Yngve Magnussen" userId="7b55f7db-8b68-4ba6-91c1-bf450468887a" providerId="ADAL" clId="{C8A09E40-D67E-4601-AA32-607CE000A13A}" dt="2022-10-26T06:44:42.499" v="993" actId="1076"/>
          <ac:cxnSpMkLst>
            <pc:docMk/>
            <pc:sldMk cId="1240606269" sldId="258"/>
            <ac:cxnSpMk id="69" creationId="{0663A6FF-DB7B-47C4-571A-1AF89E71AF0A}"/>
          </ac:cxnSpMkLst>
        </pc:cxnChg>
        <pc:cxnChg chg="add del mod">
          <ac:chgData name="Yngve Magnussen" userId="7b55f7db-8b68-4ba6-91c1-bf450468887a" providerId="ADAL" clId="{C8A09E40-D67E-4601-AA32-607CE000A13A}" dt="2022-10-26T06:44:42.499" v="993" actId="1076"/>
          <ac:cxnSpMkLst>
            <pc:docMk/>
            <pc:sldMk cId="1240606269" sldId="258"/>
            <ac:cxnSpMk id="72" creationId="{5047043E-E68B-9E16-9E6C-73737FA89FB4}"/>
          </ac:cxnSpMkLst>
        </pc:cxnChg>
        <pc:cxnChg chg="add del mod">
          <ac:chgData name="Yngve Magnussen" userId="7b55f7db-8b68-4ba6-91c1-bf450468887a" providerId="ADAL" clId="{C8A09E40-D67E-4601-AA32-607CE000A13A}" dt="2022-10-26T06:44:42.499" v="993" actId="1076"/>
          <ac:cxnSpMkLst>
            <pc:docMk/>
            <pc:sldMk cId="1240606269" sldId="258"/>
            <ac:cxnSpMk id="75" creationId="{A5463660-5E3F-A526-C295-5A0D8D2CCA1F}"/>
          </ac:cxnSpMkLst>
        </pc:cxnChg>
        <pc:cxnChg chg="add del mod">
          <ac:chgData name="Yngve Magnussen" userId="7b55f7db-8b68-4ba6-91c1-bf450468887a" providerId="ADAL" clId="{C8A09E40-D67E-4601-AA32-607CE000A13A}" dt="2022-10-26T06:44:42.499" v="993" actId="1076"/>
          <ac:cxnSpMkLst>
            <pc:docMk/>
            <pc:sldMk cId="1240606269" sldId="258"/>
            <ac:cxnSpMk id="78" creationId="{050416BA-6A32-C7A7-CCC2-83640B49A347}"/>
          </ac:cxnSpMkLst>
        </pc:cxnChg>
        <pc:cxnChg chg="add del mod">
          <ac:chgData name="Yngve Magnussen" userId="7b55f7db-8b68-4ba6-91c1-bf450468887a" providerId="ADAL" clId="{C8A09E40-D67E-4601-AA32-607CE000A13A}" dt="2022-10-26T06:44:42.499" v="993" actId="1076"/>
          <ac:cxnSpMkLst>
            <pc:docMk/>
            <pc:sldMk cId="1240606269" sldId="258"/>
            <ac:cxnSpMk id="81" creationId="{86A9BD4B-7B1D-A13F-A48F-D93577605E17}"/>
          </ac:cxnSpMkLst>
        </pc:cxnChg>
        <pc:cxnChg chg="del">
          <ac:chgData name="Yngve Magnussen" userId="7b55f7db-8b68-4ba6-91c1-bf450468887a" providerId="ADAL" clId="{C8A09E40-D67E-4601-AA32-607CE000A13A}" dt="2022-10-18T14:23:53.135" v="887" actId="478"/>
          <ac:cxnSpMkLst>
            <pc:docMk/>
            <pc:sldMk cId="1240606269" sldId="258"/>
            <ac:cxnSpMk id="88" creationId="{5AFA717F-7124-76DE-4239-260D4C4E9E1C}"/>
          </ac:cxnSpMkLst>
        </pc:cxnChg>
        <pc:cxnChg chg="del">
          <ac:chgData name="Yngve Magnussen" userId="7b55f7db-8b68-4ba6-91c1-bf450468887a" providerId="ADAL" clId="{C8A09E40-D67E-4601-AA32-607CE000A13A}" dt="2022-10-18T14:23:50.999" v="884" actId="478"/>
          <ac:cxnSpMkLst>
            <pc:docMk/>
            <pc:sldMk cId="1240606269" sldId="258"/>
            <ac:cxnSpMk id="91" creationId="{B2F7711E-49AF-EEE7-E0C4-805D4A599193}"/>
          </ac:cxnSpMkLst>
        </pc:cxnChg>
      </pc:sldChg>
      <pc:sldChg chg="new del">
        <pc:chgData name="Yngve Magnussen" userId="7b55f7db-8b68-4ba6-91c1-bf450468887a" providerId="ADAL" clId="{C8A09E40-D67E-4601-AA32-607CE000A13A}" dt="2022-10-10T09:10:39.446" v="209" actId="47"/>
        <pc:sldMkLst>
          <pc:docMk/>
          <pc:sldMk cId="2527129505" sldId="258"/>
        </pc:sldMkLst>
      </pc:sldChg>
      <pc:sldChg chg="delSp modSp add del mod">
        <pc:chgData name="Yngve Magnussen" userId="7b55f7db-8b68-4ba6-91c1-bf450468887a" providerId="ADAL" clId="{C8A09E40-D67E-4601-AA32-607CE000A13A}" dt="2022-10-10T12:51:16.417" v="717" actId="2696"/>
        <pc:sldMkLst>
          <pc:docMk/>
          <pc:sldMk cId="1383128033" sldId="259"/>
        </pc:sldMkLst>
        <pc:spChg chg="mod">
          <ac:chgData name="Yngve Magnussen" userId="7b55f7db-8b68-4ba6-91c1-bf450468887a" providerId="ADAL" clId="{C8A09E40-D67E-4601-AA32-607CE000A13A}" dt="2022-10-10T12:48:56.672" v="687" actId="21"/>
          <ac:spMkLst>
            <pc:docMk/>
            <pc:sldMk cId="1383128033" sldId="259"/>
            <ac:spMk id="3" creationId="{DC13FD99-3ECF-D56B-86C7-05B9988CE09B}"/>
          </ac:spMkLst>
        </pc:spChg>
        <pc:picChg chg="del">
          <ac:chgData name="Yngve Magnussen" userId="7b55f7db-8b68-4ba6-91c1-bf450468887a" providerId="ADAL" clId="{C8A09E40-D67E-4601-AA32-607CE000A13A}" dt="2022-10-10T12:48:12.465" v="686" actId="478"/>
          <ac:picMkLst>
            <pc:docMk/>
            <pc:sldMk cId="1383128033" sldId="259"/>
            <ac:picMk id="5" creationId="{35167121-D477-048D-F39A-916D788E73BA}"/>
          </ac:picMkLst>
        </pc:picChg>
      </pc:sldChg>
      <pc:sldChg chg="addSp delSp modSp new mod modAnim">
        <pc:chgData name="Yngve Magnussen" userId="7b55f7db-8b68-4ba6-91c1-bf450468887a" providerId="ADAL" clId="{C8A09E40-D67E-4601-AA32-607CE000A13A}" dt="2022-10-26T07:27:37.013" v="1137"/>
        <pc:sldMkLst>
          <pc:docMk/>
          <pc:sldMk cId="4058117318" sldId="259"/>
        </pc:sldMkLst>
        <pc:spChg chg="mod">
          <ac:chgData name="Yngve Magnussen" userId="7b55f7db-8b68-4ba6-91c1-bf450468887a" providerId="ADAL" clId="{C8A09E40-D67E-4601-AA32-607CE000A13A}" dt="2022-10-26T07:19:09.919" v="1068" actId="20577"/>
          <ac:spMkLst>
            <pc:docMk/>
            <pc:sldMk cId="4058117318" sldId="259"/>
            <ac:spMk id="2" creationId="{8BE91E24-2FC7-5FAA-9F17-43C0CD81D3A9}"/>
          </ac:spMkLst>
        </pc:spChg>
        <pc:spChg chg="del">
          <ac:chgData name="Yngve Magnussen" userId="7b55f7db-8b68-4ba6-91c1-bf450468887a" providerId="ADAL" clId="{C8A09E40-D67E-4601-AA32-607CE000A13A}" dt="2022-10-26T07:12:34.046" v="1005" actId="478"/>
          <ac:spMkLst>
            <pc:docMk/>
            <pc:sldMk cId="4058117318" sldId="259"/>
            <ac:spMk id="3" creationId="{25F0CFE7-58C7-33D8-DD5B-AFC9625B61B1}"/>
          </ac:spMkLst>
        </pc:spChg>
        <pc:spChg chg="add mod">
          <ac:chgData name="Yngve Magnussen" userId="7b55f7db-8b68-4ba6-91c1-bf450468887a" providerId="ADAL" clId="{C8A09E40-D67E-4601-AA32-607CE000A13A}" dt="2022-10-26T07:26:37.655" v="1132" actId="14100"/>
          <ac:spMkLst>
            <pc:docMk/>
            <pc:sldMk cId="4058117318" sldId="259"/>
            <ac:spMk id="32" creationId="{D0D94A13-50B7-3091-A4B7-9B3B6B9D9209}"/>
          </ac:spMkLst>
        </pc:spChg>
        <pc:spChg chg="add mod">
          <ac:chgData name="Yngve Magnussen" userId="7b55f7db-8b68-4ba6-91c1-bf450468887a" providerId="ADAL" clId="{C8A09E40-D67E-4601-AA32-607CE000A13A}" dt="2022-10-26T07:25:54.485" v="1123" actId="207"/>
          <ac:spMkLst>
            <pc:docMk/>
            <pc:sldMk cId="4058117318" sldId="259"/>
            <ac:spMk id="33" creationId="{ED93FEAF-CC8C-CAD9-D163-0EB5ADD56D3F}"/>
          </ac:spMkLst>
        </pc:spChg>
        <pc:spChg chg="add mod">
          <ac:chgData name="Yngve Magnussen" userId="7b55f7db-8b68-4ba6-91c1-bf450468887a" providerId="ADAL" clId="{C8A09E40-D67E-4601-AA32-607CE000A13A}" dt="2022-10-26T07:25:38.218" v="1120" actId="207"/>
          <ac:spMkLst>
            <pc:docMk/>
            <pc:sldMk cId="4058117318" sldId="259"/>
            <ac:spMk id="34" creationId="{5D8971C1-806B-12B5-284E-587FDA9D1EFF}"/>
          </ac:spMkLst>
        </pc:spChg>
        <pc:spChg chg="add mod">
          <ac:chgData name="Yngve Magnussen" userId="7b55f7db-8b68-4ba6-91c1-bf450468887a" providerId="ADAL" clId="{C8A09E40-D67E-4601-AA32-607CE000A13A}" dt="2022-10-26T07:25:50.647" v="1122" actId="1076"/>
          <ac:spMkLst>
            <pc:docMk/>
            <pc:sldMk cId="4058117318" sldId="259"/>
            <ac:spMk id="35" creationId="{869D7A70-E1E0-4AB0-37F9-F06F42EABFB8}"/>
          </ac:spMkLst>
        </pc:spChg>
        <pc:spChg chg="add mod">
          <ac:chgData name="Yngve Magnussen" userId="7b55f7db-8b68-4ba6-91c1-bf450468887a" providerId="ADAL" clId="{C8A09E40-D67E-4601-AA32-607CE000A13A}" dt="2022-10-26T07:26:17.150" v="1128" actId="207"/>
          <ac:spMkLst>
            <pc:docMk/>
            <pc:sldMk cId="4058117318" sldId="259"/>
            <ac:spMk id="36" creationId="{7D253A78-A28C-0EDB-693B-31ABF230550F}"/>
          </ac:spMkLst>
        </pc:spChg>
        <pc:spChg chg="add mod">
          <ac:chgData name="Yngve Magnussen" userId="7b55f7db-8b68-4ba6-91c1-bf450468887a" providerId="ADAL" clId="{C8A09E40-D67E-4601-AA32-607CE000A13A}" dt="2022-10-26T07:26:21.132" v="1129" actId="207"/>
          <ac:spMkLst>
            <pc:docMk/>
            <pc:sldMk cId="4058117318" sldId="259"/>
            <ac:spMk id="37" creationId="{F48A9D42-8B0A-A44C-A287-9CCB9DDBB770}"/>
          </ac:spMkLst>
        </pc:spChg>
        <pc:picChg chg="add del mod">
          <ac:chgData name="Yngve Magnussen" userId="7b55f7db-8b68-4ba6-91c1-bf450468887a" providerId="ADAL" clId="{C8A09E40-D67E-4601-AA32-607CE000A13A}" dt="2022-10-26T07:13:59.570" v="1010" actId="478"/>
          <ac:picMkLst>
            <pc:docMk/>
            <pc:sldMk cId="4058117318" sldId="259"/>
            <ac:picMk id="5" creationId="{0A6A4FAB-C5FB-ABC8-1DFC-0C16FFF21245}"/>
          </ac:picMkLst>
        </pc:picChg>
        <pc:picChg chg="add mod">
          <ac:chgData name="Yngve Magnussen" userId="7b55f7db-8b68-4ba6-91c1-bf450468887a" providerId="ADAL" clId="{C8A09E40-D67E-4601-AA32-607CE000A13A}" dt="2022-10-26T07:22:50.270" v="1090" actId="1076"/>
          <ac:picMkLst>
            <pc:docMk/>
            <pc:sldMk cId="4058117318" sldId="259"/>
            <ac:picMk id="7" creationId="{C45BC9DE-2C7F-E530-9827-9658E7534CFD}"/>
          </ac:picMkLst>
        </pc:picChg>
        <pc:picChg chg="add del mod">
          <ac:chgData name="Yngve Magnussen" userId="7b55f7db-8b68-4ba6-91c1-bf450468887a" providerId="ADAL" clId="{C8A09E40-D67E-4601-AA32-607CE000A13A}" dt="2022-10-26T07:18:42.873" v="1056" actId="478"/>
          <ac:picMkLst>
            <pc:docMk/>
            <pc:sldMk cId="4058117318" sldId="259"/>
            <ac:picMk id="9" creationId="{F95270A4-E6F6-4780-DE78-5C3025A341B1}"/>
          </ac:picMkLst>
        </pc:picChg>
        <pc:picChg chg="add mod">
          <ac:chgData name="Yngve Magnussen" userId="7b55f7db-8b68-4ba6-91c1-bf450468887a" providerId="ADAL" clId="{C8A09E40-D67E-4601-AA32-607CE000A13A}" dt="2022-10-26T07:24:15.970" v="1104" actId="1076"/>
          <ac:picMkLst>
            <pc:docMk/>
            <pc:sldMk cId="4058117318" sldId="259"/>
            <ac:picMk id="11" creationId="{6392148E-00C2-1FE0-0991-04A45E3CC5E3}"/>
          </ac:picMkLst>
        </pc:picChg>
        <pc:picChg chg="add mod">
          <ac:chgData name="Yngve Magnussen" userId="7b55f7db-8b68-4ba6-91c1-bf450468887a" providerId="ADAL" clId="{C8A09E40-D67E-4601-AA32-607CE000A13A}" dt="2022-10-26T07:22:50.270" v="1090" actId="1076"/>
          <ac:picMkLst>
            <pc:docMk/>
            <pc:sldMk cId="4058117318" sldId="259"/>
            <ac:picMk id="13" creationId="{CE881206-12F4-CE2D-8D67-B6D0F962D77D}"/>
          </ac:picMkLst>
        </pc:picChg>
        <pc:picChg chg="add mod">
          <ac:chgData name="Yngve Magnussen" userId="7b55f7db-8b68-4ba6-91c1-bf450468887a" providerId="ADAL" clId="{C8A09E40-D67E-4601-AA32-607CE000A13A}" dt="2022-10-26T07:22:50.270" v="1090" actId="1076"/>
          <ac:picMkLst>
            <pc:docMk/>
            <pc:sldMk cId="4058117318" sldId="259"/>
            <ac:picMk id="15" creationId="{3CD81228-FC22-B29E-691A-7A275D53DA56}"/>
          </ac:picMkLst>
        </pc:picChg>
        <pc:picChg chg="add mod">
          <ac:chgData name="Yngve Magnussen" userId="7b55f7db-8b68-4ba6-91c1-bf450468887a" providerId="ADAL" clId="{C8A09E40-D67E-4601-AA32-607CE000A13A}" dt="2022-10-26T07:22:50.270" v="1090" actId="1076"/>
          <ac:picMkLst>
            <pc:docMk/>
            <pc:sldMk cId="4058117318" sldId="259"/>
            <ac:picMk id="17" creationId="{63A040A2-1D53-9BB8-831D-3079FB65A197}"/>
          </ac:picMkLst>
        </pc:picChg>
        <pc:picChg chg="add mod">
          <ac:chgData name="Yngve Magnussen" userId="7b55f7db-8b68-4ba6-91c1-bf450468887a" providerId="ADAL" clId="{C8A09E40-D67E-4601-AA32-607CE000A13A}" dt="2022-10-26T07:22:50.270" v="1090" actId="1076"/>
          <ac:picMkLst>
            <pc:docMk/>
            <pc:sldMk cId="4058117318" sldId="259"/>
            <ac:picMk id="19" creationId="{F8360CF2-3DE4-AA7C-E0CC-D76AD80A5553}"/>
          </ac:picMkLst>
        </pc:picChg>
        <pc:picChg chg="add mod">
          <ac:chgData name="Yngve Magnussen" userId="7b55f7db-8b68-4ba6-91c1-bf450468887a" providerId="ADAL" clId="{C8A09E40-D67E-4601-AA32-607CE000A13A}" dt="2022-10-26T07:22:50.270" v="1090" actId="1076"/>
          <ac:picMkLst>
            <pc:docMk/>
            <pc:sldMk cId="4058117318" sldId="259"/>
            <ac:picMk id="21" creationId="{CB1F0848-A0DE-654F-52BC-B57984591A24}"/>
          </ac:picMkLst>
        </pc:picChg>
        <pc:picChg chg="add mod">
          <ac:chgData name="Yngve Magnussen" userId="7b55f7db-8b68-4ba6-91c1-bf450468887a" providerId="ADAL" clId="{C8A09E40-D67E-4601-AA32-607CE000A13A}" dt="2022-10-26T07:24:06.791" v="1103" actId="1076"/>
          <ac:picMkLst>
            <pc:docMk/>
            <pc:sldMk cId="4058117318" sldId="259"/>
            <ac:picMk id="23" creationId="{A347A7B1-EA76-4203-D4EB-9660C2DF96B3}"/>
          </ac:picMkLst>
        </pc:picChg>
        <pc:picChg chg="add del mod">
          <ac:chgData name="Yngve Magnussen" userId="7b55f7db-8b68-4ba6-91c1-bf450468887a" providerId="ADAL" clId="{C8A09E40-D67E-4601-AA32-607CE000A13A}" dt="2022-10-26T07:19:18.712" v="1069" actId="478"/>
          <ac:picMkLst>
            <pc:docMk/>
            <pc:sldMk cId="4058117318" sldId="259"/>
            <ac:picMk id="25" creationId="{D0625006-7413-A2CF-7352-67D29F16FA64}"/>
          </ac:picMkLst>
        </pc:picChg>
        <pc:picChg chg="add del mod">
          <ac:chgData name="Yngve Magnussen" userId="7b55f7db-8b68-4ba6-91c1-bf450468887a" providerId="ADAL" clId="{C8A09E40-D67E-4601-AA32-607CE000A13A}" dt="2022-10-26T07:21:29.247" v="1072" actId="478"/>
          <ac:picMkLst>
            <pc:docMk/>
            <pc:sldMk cId="4058117318" sldId="259"/>
            <ac:picMk id="27" creationId="{27C20829-D33A-0118-474E-93463A73DD0C}"/>
          </ac:picMkLst>
        </pc:picChg>
        <pc:picChg chg="add mod">
          <ac:chgData name="Yngve Magnussen" userId="7b55f7db-8b68-4ba6-91c1-bf450468887a" providerId="ADAL" clId="{C8A09E40-D67E-4601-AA32-607CE000A13A}" dt="2022-10-26T07:21:45.608" v="1075" actId="14861"/>
          <ac:picMkLst>
            <pc:docMk/>
            <pc:sldMk cId="4058117318" sldId="259"/>
            <ac:picMk id="29" creationId="{EF480451-3CB3-8655-9440-C16113325ACD}"/>
          </ac:picMkLst>
        </pc:picChg>
        <pc:picChg chg="add mod">
          <ac:chgData name="Yngve Magnussen" userId="7b55f7db-8b68-4ba6-91c1-bf450468887a" providerId="ADAL" clId="{C8A09E40-D67E-4601-AA32-607CE000A13A}" dt="2022-10-26T07:22:04.184" v="1078" actId="14861"/>
          <ac:picMkLst>
            <pc:docMk/>
            <pc:sldMk cId="4058117318" sldId="259"/>
            <ac:picMk id="31" creationId="{D6BE414C-AA81-CBAA-F1F0-E05B4C054E52}"/>
          </ac:picMkLst>
        </pc:picChg>
      </pc:sldChg>
      <pc:sldChg chg="modSp new del mod">
        <pc:chgData name="Yngve Magnussen" userId="7b55f7db-8b68-4ba6-91c1-bf450468887a" providerId="ADAL" clId="{C8A09E40-D67E-4601-AA32-607CE000A13A}" dt="2022-10-26T06:55:46.358" v="1003" actId="47"/>
        <pc:sldMkLst>
          <pc:docMk/>
          <pc:sldMk cId="4073311056" sldId="259"/>
        </pc:sldMkLst>
        <pc:spChg chg="mod">
          <ac:chgData name="Yngve Magnussen" userId="7b55f7db-8b68-4ba6-91c1-bf450468887a" providerId="ADAL" clId="{C8A09E40-D67E-4601-AA32-607CE000A13A}" dt="2022-10-26T06:44:08.496" v="980" actId="20577"/>
          <ac:spMkLst>
            <pc:docMk/>
            <pc:sldMk cId="4073311056" sldId="259"/>
            <ac:spMk id="2" creationId="{98B1F7AC-92AE-5E00-E1CD-FDD34CB8AB97}"/>
          </ac:spMkLst>
        </pc:spChg>
      </pc:sldChg>
    </pc:docChg>
  </pc:docChgLst>
  <pc:docChgLst>
    <pc:chgData name="Yngve Magnussen" userId="7b55f7db-8b68-4ba6-91c1-bf450468887a" providerId="ADAL" clId="{2642AD80-B05E-42B1-9719-943DD6E5BA18}"/>
    <pc:docChg chg="delSld">
      <pc:chgData name="Yngve Magnussen" userId="7b55f7db-8b68-4ba6-91c1-bf450468887a" providerId="ADAL" clId="{2642AD80-B05E-42B1-9719-943DD6E5BA18}" dt="2024-08-27T10:03:07.003" v="0" actId="47"/>
      <pc:docMkLst>
        <pc:docMk/>
      </pc:docMkLst>
      <pc:sldChg chg="del">
        <pc:chgData name="Yngve Magnussen" userId="7b55f7db-8b68-4ba6-91c1-bf450468887a" providerId="ADAL" clId="{2642AD80-B05E-42B1-9719-943DD6E5BA18}" dt="2024-08-27T10:03:07.003" v="0" actId="47"/>
        <pc:sldMkLst>
          <pc:docMk/>
          <pc:sldMk cId="4058117318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19D0176-A7CA-6C1F-F38F-5CF3B1866B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B96EC1A9-BFB3-393B-28B0-5C27724210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BCC2A138-16E0-BF03-3AC0-E08A5BC0F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B0B5B-8125-449F-B958-B0904094239A}" type="datetimeFigureOut">
              <a:rPr lang="nb-NO" smtClean="0"/>
              <a:t>27.08.2024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E99D7B67-7E54-A940-F996-8373DC8AC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2FD5F4F-9822-D155-8D8D-E46EBB8CE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6C644-F35D-43DA-8487-9E711F20469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5399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892100F-31C0-D2F5-79E0-37955926E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A42C15F3-BFE7-6AD9-3BCA-4DD069D0D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71FFC837-1671-E98B-2659-7EC3CAEEE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B0B5B-8125-449F-B958-B0904094239A}" type="datetimeFigureOut">
              <a:rPr lang="nb-NO" smtClean="0"/>
              <a:t>27.08.2024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71CF51F-D139-BB8B-647A-FCDADC295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DE9DCA71-4650-D992-6161-6E5498277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6C644-F35D-43DA-8487-9E711F20469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35474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D9F78BE-97B5-C16C-B2C3-460CC4401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CEBD33F0-31CF-444B-BCD6-B4499CAB3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3B34AB2B-A849-FDFB-BC33-30A84CF93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B0B5B-8125-449F-B958-B0904094239A}" type="datetimeFigureOut">
              <a:rPr lang="nb-NO" smtClean="0"/>
              <a:t>27.08.2024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40B04028-312D-C017-B084-399886A7E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64E8A599-EF52-7AA7-12BC-C316F6A87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6C644-F35D-43DA-8487-9E711F20469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76628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25B0F69-BE37-46C8-6B8D-6FD8FA516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EE7AC2C-1A4F-8C87-571E-2DA4372C5F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44265582-1D24-AEF4-0444-1A627543AD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6EDD2A6A-D897-46DE-19B6-F67BA6EDC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B0B5B-8125-449F-B958-B0904094239A}" type="datetimeFigureOut">
              <a:rPr lang="nb-NO" smtClean="0"/>
              <a:t>27.08.2024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25DECD2B-235A-6119-1C36-645F6FA18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686B3755-5C62-4A0C-ED76-91C597C59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6C644-F35D-43DA-8487-9E711F20469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08040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73E9789-E892-97DF-3180-672A9FB09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54CD569B-6DD2-B022-47F6-8CC077859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40A34D53-1703-E040-F1FD-57D08E57F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CE202AAE-0111-2C4D-70FC-3365738AAC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1C822D6C-34CD-ABEB-AFDE-5F4B91D190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C685EAE7-07FA-CBE9-1ADF-A5047110F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B0B5B-8125-449F-B958-B0904094239A}" type="datetimeFigureOut">
              <a:rPr lang="nb-NO" smtClean="0"/>
              <a:t>27.08.2024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EE48CB5C-A7F6-25A0-0FF8-9ED57B326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58150D58-B588-CE6A-970E-453D6FF0C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6C644-F35D-43DA-8487-9E711F20469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97562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A333D13-685F-4415-F5BF-49D11FA86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61B2F316-EF16-B07E-4008-D5D761204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B0B5B-8125-449F-B958-B0904094239A}" type="datetimeFigureOut">
              <a:rPr lang="nb-NO" smtClean="0"/>
              <a:t>27.08.2024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3DA7C21B-CACE-33B8-372E-A84860BD5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3C634A3E-68F2-8384-E78F-DF6DDAE82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6C644-F35D-43DA-8487-9E711F20469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12661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6A714D91-C1D3-9B27-E308-89283F311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B0B5B-8125-449F-B958-B0904094239A}" type="datetimeFigureOut">
              <a:rPr lang="nb-NO" smtClean="0"/>
              <a:t>27.08.2024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0D9618BF-1236-CDBC-77AA-EE122FFA6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83D9B3B3-F0FA-DF6C-CF4A-E2A047CB9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6C644-F35D-43DA-8487-9E711F20469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07090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810124E-5C8C-8B9D-3BDA-80193DE39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EF2E766-B3A1-EC50-859C-C4BFAB375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7F4E9822-EAC1-3C36-5954-9E1051CED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92B7E4A3-E0C0-FC49-B8C4-8F0FCA70E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B0B5B-8125-449F-B958-B0904094239A}" type="datetimeFigureOut">
              <a:rPr lang="nb-NO" smtClean="0"/>
              <a:t>27.08.2024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FB005605-AC08-0FD9-019C-44006163E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26E774A2-B857-907D-0493-D2081B17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6C644-F35D-43DA-8487-9E711F20469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41362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04A6B41-D1BB-634C-5B55-AE2D5C191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6CB320E3-F04D-DD7F-E363-2D24530018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2CB39A56-CDC6-3685-58FE-F1E6C4BCA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EDECE266-9FEE-B23D-3DF1-8289D16A1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B0B5B-8125-449F-B958-B0904094239A}" type="datetimeFigureOut">
              <a:rPr lang="nb-NO" smtClean="0"/>
              <a:t>27.08.2024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DFAF064C-EC96-BB01-FCEB-5764C2A30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8C05BD81-0AF6-9299-8522-9411B0D88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6C644-F35D-43DA-8487-9E711F20469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16752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74701BC-4B7C-ECFD-7812-97CE1DBCB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4C65F762-1BC2-D255-0A90-E25B3ABA30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1C08231E-1247-453B-F56C-8C3353CE1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B0B5B-8125-449F-B958-B0904094239A}" type="datetimeFigureOut">
              <a:rPr lang="nb-NO" smtClean="0"/>
              <a:t>27.08.2024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3B50468C-4F1F-6099-17E4-1B29D77E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D9D6E44-DA69-D17F-C6F8-DAC55FD6E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6C644-F35D-43DA-8487-9E711F20469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22159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D06E16D4-66F0-1B13-668E-83104A1A86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7D479EF7-92E0-7B02-3EA8-8B5F961B6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19C3DFF9-F77F-DD8F-0D8A-0A40ED940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B0B5B-8125-449F-B958-B0904094239A}" type="datetimeFigureOut">
              <a:rPr lang="nb-NO" smtClean="0"/>
              <a:t>27.08.2024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F704EA2-B4CE-B3E5-151C-F9556ABAE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759F912C-07BA-4ADD-4056-56C596786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6C644-F35D-43DA-8487-9E711F20469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20774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7EC1D1C2-B17C-3A4E-966C-F302C18A4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DEB97B42-7133-83BA-73EB-9F67D64A7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D8AE4E64-D3F4-EF2E-0DAC-7D7490227D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9B0B5B-8125-449F-B958-B0904094239A}" type="datetimeFigureOut">
              <a:rPr lang="nb-NO" smtClean="0"/>
              <a:t>27.08.2024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71034B58-D7FA-53FD-3D8A-7795A540C6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6A10C6E6-0631-3894-A96E-0301A50067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6C644-F35D-43DA-8487-9E711F20469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45271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e 4">
            <a:extLst>
              <a:ext uri="{FF2B5EF4-FFF2-40B4-BE49-F238E27FC236}">
                <a16:creationId xmlns:a16="http://schemas.microsoft.com/office/drawing/2014/main" id="{01D52531-D736-38EF-E9C4-B6FAB8477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787" y="5138151"/>
            <a:ext cx="8768790" cy="1219112"/>
          </a:xfrm>
          <a:prstGeom prst="rect">
            <a:avLst/>
          </a:prstGeom>
        </p:spPr>
      </p:pic>
      <p:sp>
        <p:nvSpPr>
          <p:cNvPr id="7" name="Bue 6">
            <a:extLst>
              <a:ext uri="{FF2B5EF4-FFF2-40B4-BE49-F238E27FC236}">
                <a16:creationId xmlns:a16="http://schemas.microsoft.com/office/drawing/2014/main" id="{B83585A6-537C-DA87-8ADA-8C2A7039F8EF}"/>
              </a:ext>
            </a:extLst>
          </p:cNvPr>
          <p:cNvSpPr/>
          <p:nvPr/>
        </p:nvSpPr>
        <p:spPr>
          <a:xfrm>
            <a:off x="1889523" y="5050364"/>
            <a:ext cx="802256" cy="1219114"/>
          </a:xfrm>
          <a:prstGeom prst="arc">
            <a:avLst>
              <a:gd name="adj1" fmla="val 11020057"/>
              <a:gd name="adj2" fmla="val 21542224"/>
            </a:avLst>
          </a:pr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 dirty="0">
              <a:highlight>
                <a:srgbClr val="FFFF00"/>
              </a:highlight>
            </a:endParaRPr>
          </a:p>
        </p:txBody>
      </p:sp>
      <p:sp>
        <p:nvSpPr>
          <p:cNvPr id="8" name="Bue 7">
            <a:extLst>
              <a:ext uri="{FF2B5EF4-FFF2-40B4-BE49-F238E27FC236}">
                <a16:creationId xmlns:a16="http://schemas.microsoft.com/office/drawing/2014/main" id="{28388996-0CD3-956D-3FD0-BB02B7164808}"/>
              </a:ext>
            </a:extLst>
          </p:cNvPr>
          <p:cNvSpPr/>
          <p:nvPr/>
        </p:nvSpPr>
        <p:spPr>
          <a:xfrm>
            <a:off x="2704720" y="5050364"/>
            <a:ext cx="802256" cy="1219113"/>
          </a:xfrm>
          <a:prstGeom prst="arc">
            <a:avLst>
              <a:gd name="adj1" fmla="val 11020057"/>
              <a:gd name="adj2" fmla="val 21542224"/>
            </a:avLst>
          </a:pr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Bue 8">
            <a:extLst>
              <a:ext uri="{FF2B5EF4-FFF2-40B4-BE49-F238E27FC236}">
                <a16:creationId xmlns:a16="http://schemas.microsoft.com/office/drawing/2014/main" id="{17097385-A1F4-2715-6D98-C1DD462D98A0}"/>
              </a:ext>
            </a:extLst>
          </p:cNvPr>
          <p:cNvSpPr/>
          <p:nvPr/>
        </p:nvSpPr>
        <p:spPr>
          <a:xfrm>
            <a:off x="3506976" y="5050362"/>
            <a:ext cx="759123" cy="1219114"/>
          </a:xfrm>
          <a:prstGeom prst="arc">
            <a:avLst>
              <a:gd name="adj1" fmla="val 11020057"/>
              <a:gd name="adj2" fmla="val 21542224"/>
            </a:avLst>
          </a:pr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Bue 9">
            <a:extLst>
              <a:ext uri="{FF2B5EF4-FFF2-40B4-BE49-F238E27FC236}">
                <a16:creationId xmlns:a16="http://schemas.microsoft.com/office/drawing/2014/main" id="{F8937F62-2F55-1419-0C9A-8C7B0405F1EF}"/>
              </a:ext>
            </a:extLst>
          </p:cNvPr>
          <p:cNvSpPr/>
          <p:nvPr/>
        </p:nvSpPr>
        <p:spPr>
          <a:xfrm>
            <a:off x="4296292" y="5050362"/>
            <a:ext cx="802256" cy="1219114"/>
          </a:xfrm>
          <a:prstGeom prst="arc">
            <a:avLst>
              <a:gd name="adj1" fmla="val 11020057"/>
              <a:gd name="adj2" fmla="val 21542224"/>
            </a:avLst>
          </a:pr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1" name="Bue 10">
            <a:extLst>
              <a:ext uri="{FF2B5EF4-FFF2-40B4-BE49-F238E27FC236}">
                <a16:creationId xmlns:a16="http://schemas.microsoft.com/office/drawing/2014/main" id="{9216AA11-BE3B-97BD-97F7-DF33B8D0F56A}"/>
              </a:ext>
            </a:extLst>
          </p:cNvPr>
          <p:cNvSpPr/>
          <p:nvPr/>
        </p:nvSpPr>
        <p:spPr>
          <a:xfrm>
            <a:off x="5120114" y="5050362"/>
            <a:ext cx="737557" cy="1219114"/>
          </a:xfrm>
          <a:prstGeom prst="arc">
            <a:avLst>
              <a:gd name="adj1" fmla="val 11020057"/>
              <a:gd name="adj2" fmla="val 21542224"/>
            </a:avLst>
          </a:pr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Bue 11">
            <a:extLst>
              <a:ext uri="{FF2B5EF4-FFF2-40B4-BE49-F238E27FC236}">
                <a16:creationId xmlns:a16="http://schemas.microsoft.com/office/drawing/2014/main" id="{A0CCF2A6-6AFD-B1C4-55CB-60C3B81B7843}"/>
              </a:ext>
            </a:extLst>
          </p:cNvPr>
          <p:cNvSpPr/>
          <p:nvPr/>
        </p:nvSpPr>
        <p:spPr>
          <a:xfrm>
            <a:off x="5857671" y="5050364"/>
            <a:ext cx="802256" cy="1246690"/>
          </a:xfrm>
          <a:prstGeom prst="arc">
            <a:avLst>
              <a:gd name="adj1" fmla="val 11020057"/>
              <a:gd name="adj2" fmla="val 21542224"/>
            </a:avLst>
          </a:pr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Bue 12">
            <a:extLst>
              <a:ext uri="{FF2B5EF4-FFF2-40B4-BE49-F238E27FC236}">
                <a16:creationId xmlns:a16="http://schemas.microsoft.com/office/drawing/2014/main" id="{2C7B3451-64C0-88DB-CAEA-F1E29A47385E}"/>
              </a:ext>
            </a:extLst>
          </p:cNvPr>
          <p:cNvSpPr/>
          <p:nvPr/>
        </p:nvSpPr>
        <p:spPr>
          <a:xfrm>
            <a:off x="6672868" y="5050362"/>
            <a:ext cx="802256" cy="1246690"/>
          </a:xfrm>
          <a:prstGeom prst="arc">
            <a:avLst>
              <a:gd name="adj1" fmla="val 11020057"/>
              <a:gd name="adj2" fmla="val 21542224"/>
            </a:avLst>
          </a:pr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Bue 13">
            <a:extLst>
              <a:ext uri="{FF2B5EF4-FFF2-40B4-BE49-F238E27FC236}">
                <a16:creationId xmlns:a16="http://schemas.microsoft.com/office/drawing/2014/main" id="{09EB1B1D-F9DD-3C07-C861-4D2EE975430B}"/>
              </a:ext>
            </a:extLst>
          </p:cNvPr>
          <p:cNvSpPr/>
          <p:nvPr/>
        </p:nvSpPr>
        <p:spPr>
          <a:xfrm>
            <a:off x="7462184" y="5055851"/>
            <a:ext cx="802256" cy="1246690"/>
          </a:xfrm>
          <a:prstGeom prst="arc">
            <a:avLst>
              <a:gd name="adj1" fmla="val 11020057"/>
              <a:gd name="adj2" fmla="val 21542224"/>
            </a:avLst>
          </a:pr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5" name="Bue 14">
            <a:extLst>
              <a:ext uri="{FF2B5EF4-FFF2-40B4-BE49-F238E27FC236}">
                <a16:creationId xmlns:a16="http://schemas.microsoft.com/office/drawing/2014/main" id="{03FA30C0-11AF-DCFE-9044-BAD1DA92AE11}"/>
              </a:ext>
            </a:extLst>
          </p:cNvPr>
          <p:cNvSpPr/>
          <p:nvPr/>
        </p:nvSpPr>
        <p:spPr>
          <a:xfrm>
            <a:off x="8264441" y="5055851"/>
            <a:ext cx="802256" cy="1246690"/>
          </a:xfrm>
          <a:prstGeom prst="arc">
            <a:avLst>
              <a:gd name="adj1" fmla="val 11020057"/>
              <a:gd name="adj2" fmla="val 21542224"/>
            </a:avLst>
          </a:pr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9" name="Bilde 18">
            <a:extLst>
              <a:ext uri="{FF2B5EF4-FFF2-40B4-BE49-F238E27FC236}">
                <a16:creationId xmlns:a16="http://schemas.microsoft.com/office/drawing/2014/main" id="{6C616F3A-AFCC-1E69-5CAF-98A317476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0501" y="3113596"/>
            <a:ext cx="4282811" cy="762066"/>
          </a:xfrm>
          <a:prstGeom prst="rect">
            <a:avLst/>
          </a:prstGeom>
        </p:spPr>
      </p:pic>
      <p:pic>
        <p:nvPicPr>
          <p:cNvPr id="21" name="Bilde 20">
            <a:extLst>
              <a:ext uri="{FF2B5EF4-FFF2-40B4-BE49-F238E27FC236}">
                <a16:creationId xmlns:a16="http://schemas.microsoft.com/office/drawing/2014/main" id="{37F16C5E-DC7E-3658-20F9-7D67A0AC48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6980" y="1267850"/>
            <a:ext cx="3543607" cy="388654"/>
          </a:xfrm>
          <a:prstGeom prst="rect">
            <a:avLst/>
          </a:prstGeom>
        </p:spPr>
      </p:pic>
      <p:pic>
        <p:nvPicPr>
          <p:cNvPr id="25" name="Bilde 24">
            <a:extLst>
              <a:ext uri="{FF2B5EF4-FFF2-40B4-BE49-F238E27FC236}">
                <a16:creationId xmlns:a16="http://schemas.microsoft.com/office/drawing/2014/main" id="{1822849E-1080-7C80-CC73-178CC7F8A2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508" y="1738804"/>
            <a:ext cx="2728196" cy="297206"/>
          </a:xfrm>
          <a:prstGeom prst="rect">
            <a:avLst/>
          </a:prstGeom>
        </p:spPr>
      </p:pic>
      <p:pic>
        <p:nvPicPr>
          <p:cNvPr id="27" name="Bilde 26">
            <a:extLst>
              <a:ext uri="{FF2B5EF4-FFF2-40B4-BE49-F238E27FC236}">
                <a16:creationId xmlns:a16="http://schemas.microsoft.com/office/drawing/2014/main" id="{F7F92FE9-59BE-8D7B-7EFF-25422B2E8E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4742" y="2133936"/>
            <a:ext cx="1790855" cy="304826"/>
          </a:xfrm>
          <a:prstGeom prst="rect">
            <a:avLst/>
          </a:prstGeom>
        </p:spPr>
      </p:pic>
      <p:sp>
        <p:nvSpPr>
          <p:cNvPr id="41" name="Ellipse 40">
            <a:extLst>
              <a:ext uri="{FF2B5EF4-FFF2-40B4-BE49-F238E27FC236}">
                <a16:creationId xmlns:a16="http://schemas.microsoft.com/office/drawing/2014/main" id="{A424F684-40D1-50FD-7092-5B1AC833B11E}"/>
              </a:ext>
            </a:extLst>
          </p:cNvPr>
          <p:cNvSpPr/>
          <p:nvPr/>
        </p:nvSpPr>
        <p:spPr>
          <a:xfrm>
            <a:off x="6287642" y="3092938"/>
            <a:ext cx="481684" cy="461268"/>
          </a:xfrm>
          <a:prstGeom prst="ellipse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37BA9506-77F6-9B91-30A3-007A081B3D34}"/>
              </a:ext>
            </a:extLst>
          </p:cNvPr>
          <p:cNvSpPr/>
          <p:nvPr/>
        </p:nvSpPr>
        <p:spPr>
          <a:xfrm>
            <a:off x="1653344" y="5471479"/>
            <a:ext cx="542767" cy="552090"/>
          </a:xfrm>
          <a:prstGeom prst="ellipse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0EF648A5-71C1-61BF-FF45-9DC013CAD285}"/>
              </a:ext>
            </a:extLst>
          </p:cNvPr>
          <p:cNvSpPr/>
          <p:nvPr/>
        </p:nvSpPr>
        <p:spPr>
          <a:xfrm>
            <a:off x="6689881" y="3074251"/>
            <a:ext cx="481685" cy="461268"/>
          </a:xfrm>
          <a:prstGeom prst="ellipse">
            <a:avLst/>
          </a:prstGeom>
          <a:solidFill>
            <a:srgbClr val="C0000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6583D276-264C-1664-5E05-66EA4D425C25}"/>
              </a:ext>
            </a:extLst>
          </p:cNvPr>
          <p:cNvSpPr/>
          <p:nvPr/>
        </p:nvSpPr>
        <p:spPr>
          <a:xfrm>
            <a:off x="9613469" y="5437612"/>
            <a:ext cx="542767" cy="552090"/>
          </a:xfrm>
          <a:prstGeom prst="ellipse">
            <a:avLst/>
          </a:prstGeom>
          <a:solidFill>
            <a:srgbClr val="C0000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1DD9E11F-82E4-EE71-1702-3D4DE576A5C5}"/>
              </a:ext>
            </a:extLst>
          </p:cNvPr>
          <p:cNvSpPr/>
          <p:nvPr/>
        </p:nvSpPr>
        <p:spPr>
          <a:xfrm>
            <a:off x="7106452" y="3087651"/>
            <a:ext cx="495496" cy="461268"/>
          </a:xfrm>
          <a:prstGeom prst="ellipse">
            <a:avLst/>
          </a:prstGeom>
          <a:solidFill>
            <a:srgbClr val="FFFF0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" name="TekstSylinder 49">
            <a:extLst>
              <a:ext uri="{FF2B5EF4-FFF2-40B4-BE49-F238E27FC236}">
                <a16:creationId xmlns:a16="http://schemas.microsoft.com/office/drawing/2014/main" id="{C92C397B-0757-FC0F-5FF2-A0916C50D334}"/>
              </a:ext>
            </a:extLst>
          </p:cNvPr>
          <p:cNvSpPr txBox="1"/>
          <p:nvPr/>
        </p:nvSpPr>
        <p:spPr>
          <a:xfrm>
            <a:off x="1988743" y="4724925"/>
            <a:ext cx="583558" cy="369332"/>
          </a:xfrm>
          <a:prstGeom prst="rect">
            <a:avLst/>
          </a:prstGeom>
          <a:solidFill>
            <a:srgbClr val="FFFF00">
              <a:alpha val="10000"/>
            </a:srgbClr>
          </a:solidFill>
        </p:spPr>
        <p:txBody>
          <a:bodyPr wrap="none" rtlCol="0">
            <a:spAutoFit/>
          </a:bodyPr>
          <a:lstStyle/>
          <a:p>
            <a:r>
              <a:rPr lang="nb-NO" dirty="0" err="1"/>
              <a:t>step</a:t>
            </a:r>
            <a:endParaRPr lang="nb-NO" dirty="0"/>
          </a:p>
        </p:txBody>
      </p:sp>
      <p:sp>
        <p:nvSpPr>
          <p:cNvPr id="52" name="TekstSylinder 51">
            <a:extLst>
              <a:ext uri="{FF2B5EF4-FFF2-40B4-BE49-F238E27FC236}">
                <a16:creationId xmlns:a16="http://schemas.microsoft.com/office/drawing/2014/main" id="{771EC98A-40CB-6ACF-9D56-FA0F0D5F5015}"/>
              </a:ext>
            </a:extLst>
          </p:cNvPr>
          <p:cNvSpPr txBox="1"/>
          <p:nvPr/>
        </p:nvSpPr>
        <p:spPr>
          <a:xfrm>
            <a:off x="1622954" y="6040214"/>
            <a:ext cx="613694" cy="369332"/>
          </a:xfrm>
          <a:prstGeom prst="rect">
            <a:avLst/>
          </a:prstGeom>
          <a:solidFill>
            <a:srgbClr val="00B0F0">
              <a:alpha val="10000"/>
            </a:srgbClr>
          </a:solidFill>
        </p:spPr>
        <p:txBody>
          <a:bodyPr wrap="none" rtlCol="0">
            <a:spAutoFit/>
          </a:bodyPr>
          <a:lstStyle/>
          <a:p>
            <a:r>
              <a:rPr lang="nb-NO" dirty="0"/>
              <a:t>start</a:t>
            </a:r>
          </a:p>
        </p:txBody>
      </p:sp>
      <p:sp>
        <p:nvSpPr>
          <p:cNvPr id="53" name="TekstSylinder 52">
            <a:extLst>
              <a:ext uri="{FF2B5EF4-FFF2-40B4-BE49-F238E27FC236}">
                <a16:creationId xmlns:a16="http://schemas.microsoft.com/office/drawing/2014/main" id="{6CE9598B-F7CB-773F-AF62-7B8FBDCF6A77}"/>
              </a:ext>
            </a:extLst>
          </p:cNvPr>
          <p:cNvSpPr txBox="1"/>
          <p:nvPr/>
        </p:nvSpPr>
        <p:spPr>
          <a:xfrm>
            <a:off x="9641804" y="6023569"/>
            <a:ext cx="590226" cy="369332"/>
          </a:xfrm>
          <a:prstGeom prst="rect">
            <a:avLst/>
          </a:prstGeom>
          <a:solidFill>
            <a:srgbClr val="FF0000">
              <a:alpha val="10000"/>
            </a:srgbClr>
          </a:solidFill>
        </p:spPr>
        <p:txBody>
          <a:bodyPr wrap="none" rtlCol="0">
            <a:spAutoFit/>
          </a:bodyPr>
          <a:lstStyle/>
          <a:p>
            <a:r>
              <a:rPr lang="nb-NO" dirty="0"/>
              <a:t>stop</a:t>
            </a:r>
          </a:p>
        </p:txBody>
      </p:sp>
      <p:sp>
        <p:nvSpPr>
          <p:cNvPr id="54" name="Rektangel: avrundede hjørner 53">
            <a:extLst>
              <a:ext uri="{FF2B5EF4-FFF2-40B4-BE49-F238E27FC236}">
                <a16:creationId xmlns:a16="http://schemas.microsoft.com/office/drawing/2014/main" id="{8BFC233C-04D4-D509-7C97-BC4E0E1C364A}"/>
              </a:ext>
            </a:extLst>
          </p:cNvPr>
          <p:cNvSpPr/>
          <p:nvPr/>
        </p:nvSpPr>
        <p:spPr>
          <a:xfrm>
            <a:off x="4154984" y="3113596"/>
            <a:ext cx="791852" cy="388654"/>
          </a:xfrm>
          <a:prstGeom prst="roundRect">
            <a:avLst/>
          </a:prstGeom>
          <a:solidFill>
            <a:schemeClr val="accent6">
              <a:lumMod val="50000"/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56" name="Rett pilkobling 55">
            <a:extLst>
              <a:ext uri="{FF2B5EF4-FFF2-40B4-BE49-F238E27FC236}">
                <a16:creationId xmlns:a16="http://schemas.microsoft.com/office/drawing/2014/main" id="{A3888E47-65CF-F2DA-FE4D-876FA7F80860}"/>
              </a:ext>
            </a:extLst>
          </p:cNvPr>
          <p:cNvCxnSpPr>
            <a:stCxn id="54" idx="2"/>
          </p:cNvCxnSpPr>
          <p:nvPr/>
        </p:nvCxnSpPr>
        <p:spPr>
          <a:xfrm flipH="1">
            <a:off x="1889523" y="3502250"/>
            <a:ext cx="2661387" cy="2167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Rett pilkobling 56">
            <a:extLst>
              <a:ext uri="{FF2B5EF4-FFF2-40B4-BE49-F238E27FC236}">
                <a16:creationId xmlns:a16="http://schemas.microsoft.com/office/drawing/2014/main" id="{C26976E8-832B-2822-90C8-E1377068CA9A}"/>
              </a:ext>
            </a:extLst>
          </p:cNvPr>
          <p:cNvCxnSpPr>
            <a:cxnSpLocks/>
            <a:endCxn id="7" idx="2"/>
          </p:cNvCxnSpPr>
          <p:nvPr/>
        </p:nvCxnSpPr>
        <p:spPr>
          <a:xfrm flipH="1">
            <a:off x="2691754" y="3516348"/>
            <a:ext cx="1853253" cy="2136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Rett pilkobling 59">
            <a:extLst>
              <a:ext uri="{FF2B5EF4-FFF2-40B4-BE49-F238E27FC236}">
                <a16:creationId xmlns:a16="http://schemas.microsoft.com/office/drawing/2014/main" id="{46E4ADB2-37E5-CF4E-C85C-017C27F04A08}"/>
              </a:ext>
            </a:extLst>
          </p:cNvPr>
          <p:cNvCxnSpPr>
            <a:cxnSpLocks/>
          </p:cNvCxnSpPr>
          <p:nvPr/>
        </p:nvCxnSpPr>
        <p:spPr>
          <a:xfrm flipH="1">
            <a:off x="3481095" y="3516347"/>
            <a:ext cx="1063912" cy="2167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Rett pilkobling 62">
            <a:extLst>
              <a:ext uri="{FF2B5EF4-FFF2-40B4-BE49-F238E27FC236}">
                <a16:creationId xmlns:a16="http://schemas.microsoft.com/office/drawing/2014/main" id="{8488F384-EEBA-5C33-CC2E-D994BD9911B3}"/>
              </a:ext>
            </a:extLst>
          </p:cNvPr>
          <p:cNvCxnSpPr>
            <a:cxnSpLocks/>
          </p:cNvCxnSpPr>
          <p:nvPr/>
        </p:nvCxnSpPr>
        <p:spPr>
          <a:xfrm flipH="1">
            <a:off x="4304917" y="3516346"/>
            <a:ext cx="240090" cy="2153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Rett pilkobling 65">
            <a:extLst>
              <a:ext uri="{FF2B5EF4-FFF2-40B4-BE49-F238E27FC236}">
                <a16:creationId xmlns:a16="http://schemas.microsoft.com/office/drawing/2014/main" id="{D71F97AC-F196-FFF2-BA81-949FF824E3E8}"/>
              </a:ext>
            </a:extLst>
          </p:cNvPr>
          <p:cNvCxnSpPr>
            <a:cxnSpLocks/>
          </p:cNvCxnSpPr>
          <p:nvPr/>
        </p:nvCxnSpPr>
        <p:spPr>
          <a:xfrm>
            <a:off x="4545007" y="3516345"/>
            <a:ext cx="583734" cy="2153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Rett pilkobling 68">
            <a:extLst>
              <a:ext uri="{FF2B5EF4-FFF2-40B4-BE49-F238E27FC236}">
                <a16:creationId xmlns:a16="http://schemas.microsoft.com/office/drawing/2014/main" id="{0663A6FF-DB7B-47C4-571A-1AF89E71AF0A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4532066" y="3516344"/>
            <a:ext cx="1325946" cy="2131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Rett pilkobling 71">
            <a:extLst>
              <a:ext uri="{FF2B5EF4-FFF2-40B4-BE49-F238E27FC236}">
                <a16:creationId xmlns:a16="http://schemas.microsoft.com/office/drawing/2014/main" id="{5047043E-E68B-9E16-9E6C-73737FA89FB4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4545006" y="3511184"/>
            <a:ext cx="2114898" cy="2155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Rett pilkobling 74">
            <a:extLst>
              <a:ext uri="{FF2B5EF4-FFF2-40B4-BE49-F238E27FC236}">
                <a16:creationId xmlns:a16="http://schemas.microsoft.com/office/drawing/2014/main" id="{A5463660-5E3F-A526-C295-5A0D8D2CCA1F}"/>
              </a:ext>
            </a:extLst>
          </p:cNvPr>
          <p:cNvCxnSpPr>
            <a:cxnSpLocks/>
          </p:cNvCxnSpPr>
          <p:nvPr/>
        </p:nvCxnSpPr>
        <p:spPr>
          <a:xfrm>
            <a:off x="4532042" y="3516343"/>
            <a:ext cx="2917178" cy="2131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Rett pilkobling 77">
            <a:extLst>
              <a:ext uri="{FF2B5EF4-FFF2-40B4-BE49-F238E27FC236}">
                <a16:creationId xmlns:a16="http://schemas.microsoft.com/office/drawing/2014/main" id="{050416BA-6A32-C7A7-CCC2-83640B49A347}"/>
              </a:ext>
            </a:extLst>
          </p:cNvPr>
          <p:cNvCxnSpPr>
            <a:cxnSpLocks/>
          </p:cNvCxnSpPr>
          <p:nvPr/>
        </p:nvCxnSpPr>
        <p:spPr>
          <a:xfrm>
            <a:off x="4544983" y="3506023"/>
            <a:ext cx="3693553" cy="2136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Rett pilkobling 80">
            <a:extLst>
              <a:ext uri="{FF2B5EF4-FFF2-40B4-BE49-F238E27FC236}">
                <a16:creationId xmlns:a16="http://schemas.microsoft.com/office/drawing/2014/main" id="{86A9BD4B-7B1D-A13F-A48F-D93577605E17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4544983" y="3512570"/>
            <a:ext cx="4521691" cy="2159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6" name="Bilde 85">
            <a:extLst>
              <a:ext uri="{FF2B5EF4-FFF2-40B4-BE49-F238E27FC236}">
                <a16:creationId xmlns:a16="http://schemas.microsoft.com/office/drawing/2014/main" id="{F87153C5-EAB9-9450-2FFF-29F7F71F14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0374" y="1705637"/>
            <a:ext cx="3162574" cy="304826"/>
          </a:xfrm>
          <a:prstGeom prst="rect">
            <a:avLst/>
          </a:prstGeom>
        </p:spPr>
      </p:pic>
      <p:cxnSp>
        <p:nvCxnSpPr>
          <p:cNvPr id="88" name="Rett pilkobling 87">
            <a:extLst>
              <a:ext uri="{FF2B5EF4-FFF2-40B4-BE49-F238E27FC236}">
                <a16:creationId xmlns:a16="http://schemas.microsoft.com/office/drawing/2014/main" id="{5AFA717F-7124-76DE-4239-260D4C4E9E1C}"/>
              </a:ext>
            </a:extLst>
          </p:cNvPr>
          <p:cNvCxnSpPr/>
          <p:nvPr/>
        </p:nvCxnSpPr>
        <p:spPr>
          <a:xfrm>
            <a:off x="4154984" y="1851107"/>
            <a:ext cx="10400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0" name="Bilde 89">
            <a:extLst>
              <a:ext uri="{FF2B5EF4-FFF2-40B4-BE49-F238E27FC236}">
                <a16:creationId xmlns:a16="http://schemas.microsoft.com/office/drawing/2014/main" id="{9E4F3962-4189-483E-93CF-D3E8F02498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2175" y="2180375"/>
            <a:ext cx="2469094" cy="312447"/>
          </a:xfrm>
          <a:prstGeom prst="rect">
            <a:avLst/>
          </a:prstGeom>
        </p:spPr>
      </p:pic>
      <p:sp>
        <p:nvSpPr>
          <p:cNvPr id="93" name="Rektangel: avrundede hjørner 92">
            <a:extLst>
              <a:ext uri="{FF2B5EF4-FFF2-40B4-BE49-F238E27FC236}">
                <a16:creationId xmlns:a16="http://schemas.microsoft.com/office/drawing/2014/main" id="{075B42B6-4364-B011-748A-C8FA73680E4D}"/>
              </a:ext>
            </a:extLst>
          </p:cNvPr>
          <p:cNvSpPr/>
          <p:nvPr/>
        </p:nvSpPr>
        <p:spPr>
          <a:xfrm>
            <a:off x="7932493" y="1656504"/>
            <a:ext cx="306043" cy="353959"/>
          </a:xfrm>
          <a:prstGeom prst="roundRect">
            <a:avLst/>
          </a:prstGeom>
          <a:solidFill>
            <a:srgbClr val="FFC000">
              <a:alpha val="30000"/>
            </a:srgbClr>
          </a:solidFill>
          <a:ln>
            <a:solidFill>
              <a:schemeClr val="accent1">
                <a:shade val="50000"/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91" name="Rett pilkobling 90">
            <a:extLst>
              <a:ext uri="{FF2B5EF4-FFF2-40B4-BE49-F238E27FC236}">
                <a16:creationId xmlns:a16="http://schemas.microsoft.com/office/drawing/2014/main" id="{B2F7711E-49AF-EEE7-E0C4-805D4A599193}"/>
              </a:ext>
            </a:extLst>
          </p:cNvPr>
          <p:cNvCxnSpPr>
            <a:cxnSpLocks/>
          </p:cNvCxnSpPr>
          <p:nvPr/>
        </p:nvCxnSpPr>
        <p:spPr>
          <a:xfrm>
            <a:off x="3264862" y="2286349"/>
            <a:ext cx="19301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ktangel: avrundede hjørner 93">
            <a:extLst>
              <a:ext uri="{FF2B5EF4-FFF2-40B4-BE49-F238E27FC236}">
                <a16:creationId xmlns:a16="http://schemas.microsoft.com/office/drawing/2014/main" id="{7C84B601-13D8-59C5-0F8F-1146640C87A6}"/>
              </a:ext>
            </a:extLst>
          </p:cNvPr>
          <p:cNvSpPr/>
          <p:nvPr/>
        </p:nvSpPr>
        <p:spPr>
          <a:xfrm>
            <a:off x="7278595" y="2110731"/>
            <a:ext cx="306043" cy="353959"/>
          </a:xfrm>
          <a:prstGeom prst="roundRect">
            <a:avLst/>
          </a:prstGeom>
          <a:solidFill>
            <a:srgbClr val="FFC000">
              <a:alpha val="30000"/>
            </a:srgbClr>
          </a:solidFill>
          <a:ln>
            <a:solidFill>
              <a:schemeClr val="accent1">
                <a:shade val="50000"/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5" name="Rektangel: avrundede hjørner 94">
            <a:extLst>
              <a:ext uri="{FF2B5EF4-FFF2-40B4-BE49-F238E27FC236}">
                <a16:creationId xmlns:a16="http://schemas.microsoft.com/office/drawing/2014/main" id="{62932DDF-00FF-13D4-4872-FEA40153A125}"/>
              </a:ext>
            </a:extLst>
          </p:cNvPr>
          <p:cNvSpPr/>
          <p:nvPr/>
        </p:nvSpPr>
        <p:spPr>
          <a:xfrm>
            <a:off x="6210679" y="2103168"/>
            <a:ext cx="306043" cy="353959"/>
          </a:xfrm>
          <a:prstGeom prst="roundRect">
            <a:avLst/>
          </a:prstGeom>
          <a:solidFill>
            <a:srgbClr val="FFC000">
              <a:alpha val="30000"/>
            </a:srgbClr>
          </a:solidFill>
          <a:ln>
            <a:solidFill>
              <a:schemeClr val="accent1">
                <a:shade val="50000"/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97" name="Bilde 96">
            <a:extLst>
              <a:ext uri="{FF2B5EF4-FFF2-40B4-BE49-F238E27FC236}">
                <a16:creationId xmlns:a16="http://schemas.microsoft.com/office/drawing/2014/main" id="{606AF6C4-2D3E-DB5A-680B-04FC1BAFBD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5569" y="2406671"/>
            <a:ext cx="2359640" cy="41834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99" name="Bilde 98">
            <a:extLst>
              <a:ext uri="{FF2B5EF4-FFF2-40B4-BE49-F238E27FC236}">
                <a16:creationId xmlns:a16="http://schemas.microsoft.com/office/drawing/2014/main" id="{50B9DD4B-356A-08ED-F8E2-F8E0C01A457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47143" y="2977337"/>
            <a:ext cx="2365448" cy="426809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" name="Tittel 1">
            <a:extLst>
              <a:ext uri="{FF2B5EF4-FFF2-40B4-BE49-F238E27FC236}">
                <a16:creationId xmlns:a16="http://schemas.microsoft.com/office/drawing/2014/main" id="{644179D8-17BE-29C5-EA06-A075C9C751C6}"/>
              </a:ext>
            </a:extLst>
          </p:cNvPr>
          <p:cNvSpPr txBox="1">
            <a:spLocks/>
          </p:cNvSpPr>
          <p:nvPr/>
        </p:nvSpPr>
        <p:spPr>
          <a:xfrm>
            <a:off x="1254742" y="275526"/>
            <a:ext cx="10515600" cy="78133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b-NO" dirty="0"/>
              <a:t>For løkke </a:t>
            </a:r>
          </a:p>
        </p:txBody>
      </p:sp>
      <p:cxnSp>
        <p:nvCxnSpPr>
          <p:cNvPr id="4" name="Rett linje 3">
            <a:extLst>
              <a:ext uri="{FF2B5EF4-FFF2-40B4-BE49-F238E27FC236}">
                <a16:creationId xmlns:a16="http://schemas.microsoft.com/office/drawing/2014/main" id="{D5E40825-67C5-C7BF-1005-D4C74B1E1233}"/>
              </a:ext>
            </a:extLst>
          </p:cNvPr>
          <p:cNvCxnSpPr>
            <a:cxnSpLocks/>
          </p:cNvCxnSpPr>
          <p:nvPr/>
        </p:nvCxnSpPr>
        <p:spPr>
          <a:xfrm>
            <a:off x="9385540" y="5138151"/>
            <a:ext cx="1104181" cy="121911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Rett linje 5">
            <a:extLst>
              <a:ext uri="{FF2B5EF4-FFF2-40B4-BE49-F238E27FC236}">
                <a16:creationId xmlns:a16="http://schemas.microsoft.com/office/drawing/2014/main" id="{921D97BD-4321-E093-BE99-30B01F1A8399}"/>
              </a:ext>
            </a:extLst>
          </p:cNvPr>
          <p:cNvCxnSpPr>
            <a:cxnSpLocks/>
          </p:cNvCxnSpPr>
          <p:nvPr/>
        </p:nvCxnSpPr>
        <p:spPr>
          <a:xfrm flipH="1">
            <a:off x="9427833" y="5050362"/>
            <a:ext cx="914037" cy="130690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4278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50" grpId="0" animBg="1"/>
      <p:bldP spid="52" grpId="0" animBg="1"/>
      <p:bldP spid="53" grpId="0" animBg="1"/>
      <p:bldP spid="54" grpId="0" animBg="1"/>
      <p:bldP spid="93" grpId="0" animBg="1"/>
      <p:bldP spid="94" grpId="0" animBg="1"/>
      <p:bldP spid="9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e 4">
            <a:extLst>
              <a:ext uri="{FF2B5EF4-FFF2-40B4-BE49-F238E27FC236}">
                <a16:creationId xmlns:a16="http://schemas.microsoft.com/office/drawing/2014/main" id="{01D52531-D736-38EF-E9C4-B6FAB8477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581" y="4793095"/>
            <a:ext cx="8768790" cy="1219112"/>
          </a:xfrm>
          <a:prstGeom prst="rect">
            <a:avLst/>
          </a:prstGeom>
        </p:spPr>
      </p:pic>
      <p:sp>
        <p:nvSpPr>
          <p:cNvPr id="7" name="Bue 6">
            <a:extLst>
              <a:ext uri="{FF2B5EF4-FFF2-40B4-BE49-F238E27FC236}">
                <a16:creationId xmlns:a16="http://schemas.microsoft.com/office/drawing/2014/main" id="{B83585A6-537C-DA87-8ADA-8C2A7039F8EF}"/>
              </a:ext>
            </a:extLst>
          </p:cNvPr>
          <p:cNvSpPr/>
          <p:nvPr/>
        </p:nvSpPr>
        <p:spPr>
          <a:xfrm>
            <a:off x="2079317" y="4705308"/>
            <a:ext cx="802256" cy="1219114"/>
          </a:xfrm>
          <a:prstGeom prst="arc">
            <a:avLst>
              <a:gd name="adj1" fmla="val 11020057"/>
              <a:gd name="adj2" fmla="val 21542224"/>
            </a:avLst>
          </a:pr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 dirty="0">
              <a:highlight>
                <a:srgbClr val="FFFF00"/>
              </a:highlight>
            </a:endParaRPr>
          </a:p>
        </p:txBody>
      </p:sp>
      <p:sp>
        <p:nvSpPr>
          <p:cNvPr id="8" name="Bue 7">
            <a:extLst>
              <a:ext uri="{FF2B5EF4-FFF2-40B4-BE49-F238E27FC236}">
                <a16:creationId xmlns:a16="http://schemas.microsoft.com/office/drawing/2014/main" id="{28388996-0CD3-956D-3FD0-BB02B7164808}"/>
              </a:ext>
            </a:extLst>
          </p:cNvPr>
          <p:cNvSpPr/>
          <p:nvPr/>
        </p:nvSpPr>
        <p:spPr>
          <a:xfrm>
            <a:off x="2894514" y="4705308"/>
            <a:ext cx="802256" cy="1219113"/>
          </a:xfrm>
          <a:prstGeom prst="arc">
            <a:avLst>
              <a:gd name="adj1" fmla="val 11020057"/>
              <a:gd name="adj2" fmla="val 21542224"/>
            </a:avLst>
          </a:pr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Bue 8">
            <a:extLst>
              <a:ext uri="{FF2B5EF4-FFF2-40B4-BE49-F238E27FC236}">
                <a16:creationId xmlns:a16="http://schemas.microsoft.com/office/drawing/2014/main" id="{17097385-A1F4-2715-6D98-C1DD462D98A0}"/>
              </a:ext>
            </a:extLst>
          </p:cNvPr>
          <p:cNvSpPr/>
          <p:nvPr/>
        </p:nvSpPr>
        <p:spPr>
          <a:xfrm>
            <a:off x="3696770" y="4705306"/>
            <a:ext cx="759123" cy="1219114"/>
          </a:xfrm>
          <a:prstGeom prst="arc">
            <a:avLst>
              <a:gd name="adj1" fmla="val 11020057"/>
              <a:gd name="adj2" fmla="val 21542224"/>
            </a:avLst>
          </a:pr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Bue 9">
            <a:extLst>
              <a:ext uri="{FF2B5EF4-FFF2-40B4-BE49-F238E27FC236}">
                <a16:creationId xmlns:a16="http://schemas.microsoft.com/office/drawing/2014/main" id="{F8937F62-2F55-1419-0C9A-8C7B0405F1EF}"/>
              </a:ext>
            </a:extLst>
          </p:cNvPr>
          <p:cNvSpPr/>
          <p:nvPr/>
        </p:nvSpPr>
        <p:spPr>
          <a:xfrm>
            <a:off x="4486086" y="4705306"/>
            <a:ext cx="802256" cy="1219114"/>
          </a:xfrm>
          <a:prstGeom prst="arc">
            <a:avLst>
              <a:gd name="adj1" fmla="val 11020057"/>
              <a:gd name="adj2" fmla="val 21542224"/>
            </a:avLst>
          </a:pr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1" name="Bue 10">
            <a:extLst>
              <a:ext uri="{FF2B5EF4-FFF2-40B4-BE49-F238E27FC236}">
                <a16:creationId xmlns:a16="http://schemas.microsoft.com/office/drawing/2014/main" id="{9216AA11-BE3B-97BD-97F7-DF33B8D0F56A}"/>
              </a:ext>
            </a:extLst>
          </p:cNvPr>
          <p:cNvSpPr/>
          <p:nvPr/>
        </p:nvSpPr>
        <p:spPr>
          <a:xfrm>
            <a:off x="5309908" y="4705306"/>
            <a:ext cx="737557" cy="1219114"/>
          </a:xfrm>
          <a:prstGeom prst="arc">
            <a:avLst>
              <a:gd name="adj1" fmla="val 11020057"/>
              <a:gd name="adj2" fmla="val 21542224"/>
            </a:avLst>
          </a:pr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2" name="Bue 11">
            <a:extLst>
              <a:ext uri="{FF2B5EF4-FFF2-40B4-BE49-F238E27FC236}">
                <a16:creationId xmlns:a16="http://schemas.microsoft.com/office/drawing/2014/main" id="{A0CCF2A6-6AFD-B1C4-55CB-60C3B81B7843}"/>
              </a:ext>
            </a:extLst>
          </p:cNvPr>
          <p:cNvSpPr/>
          <p:nvPr/>
        </p:nvSpPr>
        <p:spPr>
          <a:xfrm>
            <a:off x="6047465" y="4705308"/>
            <a:ext cx="802256" cy="1246690"/>
          </a:xfrm>
          <a:prstGeom prst="arc">
            <a:avLst>
              <a:gd name="adj1" fmla="val 11020057"/>
              <a:gd name="adj2" fmla="val 21542224"/>
            </a:avLst>
          </a:pr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Bue 12">
            <a:extLst>
              <a:ext uri="{FF2B5EF4-FFF2-40B4-BE49-F238E27FC236}">
                <a16:creationId xmlns:a16="http://schemas.microsoft.com/office/drawing/2014/main" id="{2C7B3451-64C0-88DB-CAEA-F1E29A47385E}"/>
              </a:ext>
            </a:extLst>
          </p:cNvPr>
          <p:cNvSpPr/>
          <p:nvPr/>
        </p:nvSpPr>
        <p:spPr>
          <a:xfrm>
            <a:off x="6862662" y="4705306"/>
            <a:ext cx="802256" cy="1246690"/>
          </a:xfrm>
          <a:prstGeom prst="arc">
            <a:avLst>
              <a:gd name="adj1" fmla="val 11020057"/>
              <a:gd name="adj2" fmla="val 21542224"/>
            </a:avLst>
          </a:pr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Bue 13">
            <a:extLst>
              <a:ext uri="{FF2B5EF4-FFF2-40B4-BE49-F238E27FC236}">
                <a16:creationId xmlns:a16="http://schemas.microsoft.com/office/drawing/2014/main" id="{09EB1B1D-F9DD-3C07-C861-4D2EE975430B}"/>
              </a:ext>
            </a:extLst>
          </p:cNvPr>
          <p:cNvSpPr/>
          <p:nvPr/>
        </p:nvSpPr>
        <p:spPr>
          <a:xfrm>
            <a:off x="7651978" y="4710795"/>
            <a:ext cx="802256" cy="1246690"/>
          </a:xfrm>
          <a:prstGeom prst="arc">
            <a:avLst>
              <a:gd name="adj1" fmla="val 11020057"/>
              <a:gd name="adj2" fmla="val 21542224"/>
            </a:avLst>
          </a:pr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5" name="Bue 14">
            <a:extLst>
              <a:ext uri="{FF2B5EF4-FFF2-40B4-BE49-F238E27FC236}">
                <a16:creationId xmlns:a16="http://schemas.microsoft.com/office/drawing/2014/main" id="{03FA30C0-11AF-DCFE-9044-BAD1DA92AE11}"/>
              </a:ext>
            </a:extLst>
          </p:cNvPr>
          <p:cNvSpPr/>
          <p:nvPr/>
        </p:nvSpPr>
        <p:spPr>
          <a:xfrm>
            <a:off x="8454235" y="4710795"/>
            <a:ext cx="802256" cy="1246690"/>
          </a:xfrm>
          <a:prstGeom prst="arc">
            <a:avLst>
              <a:gd name="adj1" fmla="val 11020057"/>
              <a:gd name="adj2" fmla="val 21542224"/>
            </a:avLst>
          </a:pr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37BA9506-77F6-9B91-30A3-007A081B3D34}"/>
              </a:ext>
            </a:extLst>
          </p:cNvPr>
          <p:cNvSpPr/>
          <p:nvPr/>
        </p:nvSpPr>
        <p:spPr>
          <a:xfrm>
            <a:off x="1843138" y="5126423"/>
            <a:ext cx="542767" cy="552090"/>
          </a:xfrm>
          <a:prstGeom prst="ellipse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6583D276-264C-1664-5E05-66EA4D425C25}"/>
              </a:ext>
            </a:extLst>
          </p:cNvPr>
          <p:cNvSpPr/>
          <p:nvPr/>
        </p:nvSpPr>
        <p:spPr>
          <a:xfrm>
            <a:off x="9803263" y="5092556"/>
            <a:ext cx="542767" cy="552090"/>
          </a:xfrm>
          <a:prstGeom prst="ellipse">
            <a:avLst/>
          </a:prstGeom>
          <a:solidFill>
            <a:srgbClr val="C0000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" name="TekstSylinder 49">
            <a:extLst>
              <a:ext uri="{FF2B5EF4-FFF2-40B4-BE49-F238E27FC236}">
                <a16:creationId xmlns:a16="http://schemas.microsoft.com/office/drawing/2014/main" id="{C92C397B-0757-FC0F-5FF2-A0916C50D334}"/>
              </a:ext>
            </a:extLst>
          </p:cNvPr>
          <p:cNvSpPr txBox="1"/>
          <p:nvPr/>
        </p:nvSpPr>
        <p:spPr>
          <a:xfrm>
            <a:off x="2178537" y="4379869"/>
            <a:ext cx="583558" cy="369332"/>
          </a:xfrm>
          <a:prstGeom prst="rect">
            <a:avLst/>
          </a:prstGeom>
          <a:solidFill>
            <a:srgbClr val="FFFF00">
              <a:alpha val="10000"/>
            </a:srgbClr>
          </a:solidFill>
        </p:spPr>
        <p:txBody>
          <a:bodyPr wrap="none" rtlCol="0">
            <a:spAutoFit/>
          </a:bodyPr>
          <a:lstStyle/>
          <a:p>
            <a:r>
              <a:rPr lang="nb-NO" dirty="0" err="1"/>
              <a:t>step</a:t>
            </a:r>
            <a:endParaRPr lang="nb-NO" dirty="0"/>
          </a:p>
        </p:txBody>
      </p:sp>
      <p:sp>
        <p:nvSpPr>
          <p:cNvPr id="52" name="TekstSylinder 51">
            <a:extLst>
              <a:ext uri="{FF2B5EF4-FFF2-40B4-BE49-F238E27FC236}">
                <a16:creationId xmlns:a16="http://schemas.microsoft.com/office/drawing/2014/main" id="{771EC98A-40CB-6ACF-9D56-FA0F0D5F5015}"/>
              </a:ext>
            </a:extLst>
          </p:cNvPr>
          <p:cNvSpPr txBox="1"/>
          <p:nvPr/>
        </p:nvSpPr>
        <p:spPr>
          <a:xfrm>
            <a:off x="1812748" y="5695158"/>
            <a:ext cx="613694" cy="369332"/>
          </a:xfrm>
          <a:prstGeom prst="rect">
            <a:avLst/>
          </a:prstGeom>
          <a:solidFill>
            <a:srgbClr val="00B0F0">
              <a:alpha val="10000"/>
            </a:srgbClr>
          </a:solidFill>
        </p:spPr>
        <p:txBody>
          <a:bodyPr wrap="none" rtlCol="0">
            <a:spAutoFit/>
          </a:bodyPr>
          <a:lstStyle/>
          <a:p>
            <a:r>
              <a:rPr lang="nb-NO" dirty="0"/>
              <a:t>start</a:t>
            </a:r>
          </a:p>
        </p:txBody>
      </p:sp>
      <p:sp>
        <p:nvSpPr>
          <p:cNvPr id="53" name="TekstSylinder 52">
            <a:extLst>
              <a:ext uri="{FF2B5EF4-FFF2-40B4-BE49-F238E27FC236}">
                <a16:creationId xmlns:a16="http://schemas.microsoft.com/office/drawing/2014/main" id="{6CE9598B-F7CB-773F-AF62-7B8FBDCF6A77}"/>
              </a:ext>
            </a:extLst>
          </p:cNvPr>
          <p:cNvSpPr txBox="1"/>
          <p:nvPr/>
        </p:nvSpPr>
        <p:spPr>
          <a:xfrm>
            <a:off x="9831598" y="5678513"/>
            <a:ext cx="590226" cy="369332"/>
          </a:xfrm>
          <a:prstGeom prst="rect">
            <a:avLst/>
          </a:prstGeom>
          <a:solidFill>
            <a:srgbClr val="FF0000">
              <a:alpha val="10000"/>
            </a:srgbClr>
          </a:solidFill>
        </p:spPr>
        <p:txBody>
          <a:bodyPr wrap="none" rtlCol="0">
            <a:spAutoFit/>
          </a:bodyPr>
          <a:lstStyle/>
          <a:p>
            <a:r>
              <a:rPr lang="nb-NO" dirty="0"/>
              <a:t>stop</a:t>
            </a:r>
          </a:p>
        </p:txBody>
      </p:sp>
      <p:cxnSp>
        <p:nvCxnSpPr>
          <p:cNvPr id="56" name="Rett pilkobling 55">
            <a:extLst>
              <a:ext uri="{FF2B5EF4-FFF2-40B4-BE49-F238E27FC236}">
                <a16:creationId xmlns:a16="http://schemas.microsoft.com/office/drawing/2014/main" id="{A3888E47-65CF-F2DA-FE4D-876FA7F80860}"/>
              </a:ext>
            </a:extLst>
          </p:cNvPr>
          <p:cNvCxnSpPr>
            <a:cxnSpLocks/>
          </p:cNvCxnSpPr>
          <p:nvPr/>
        </p:nvCxnSpPr>
        <p:spPr>
          <a:xfrm flipH="1">
            <a:off x="2079317" y="3157194"/>
            <a:ext cx="2661387" cy="2167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Rett pilkobling 56">
            <a:extLst>
              <a:ext uri="{FF2B5EF4-FFF2-40B4-BE49-F238E27FC236}">
                <a16:creationId xmlns:a16="http://schemas.microsoft.com/office/drawing/2014/main" id="{C26976E8-832B-2822-90C8-E1377068CA9A}"/>
              </a:ext>
            </a:extLst>
          </p:cNvPr>
          <p:cNvCxnSpPr>
            <a:cxnSpLocks/>
            <a:endCxn id="7" idx="2"/>
          </p:cNvCxnSpPr>
          <p:nvPr/>
        </p:nvCxnSpPr>
        <p:spPr>
          <a:xfrm flipH="1">
            <a:off x="2881548" y="3171292"/>
            <a:ext cx="1853253" cy="2136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Rett pilkobling 59">
            <a:extLst>
              <a:ext uri="{FF2B5EF4-FFF2-40B4-BE49-F238E27FC236}">
                <a16:creationId xmlns:a16="http://schemas.microsoft.com/office/drawing/2014/main" id="{46E4ADB2-37E5-CF4E-C85C-017C27F04A08}"/>
              </a:ext>
            </a:extLst>
          </p:cNvPr>
          <p:cNvCxnSpPr>
            <a:cxnSpLocks/>
          </p:cNvCxnSpPr>
          <p:nvPr/>
        </p:nvCxnSpPr>
        <p:spPr>
          <a:xfrm flipH="1">
            <a:off x="3670889" y="3171291"/>
            <a:ext cx="1063912" cy="2167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Rett pilkobling 62">
            <a:extLst>
              <a:ext uri="{FF2B5EF4-FFF2-40B4-BE49-F238E27FC236}">
                <a16:creationId xmlns:a16="http://schemas.microsoft.com/office/drawing/2014/main" id="{8488F384-EEBA-5C33-CC2E-D994BD9911B3}"/>
              </a:ext>
            </a:extLst>
          </p:cNvPr>
          <p:cNvCxnSpPr>
            <a:cxnSpLocks/>
          </p:cNvCxnSpPr>
          <p:nvPr/>
        </p:nvCxnSpPr>
        <p:spPr>
          <a:xfrm flipH="1">
            <a:off x="4494711" y="3171290"/>
            <a:ext cx="240090" cy="2153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Rett pilkobling 65">
            <a:extLst>
              <a:ext uri="{FF2B5EF4-FFF2-40B4-BE49-F238E27FC236}">
                <a16:creationId xmlns:a16="http://schemas.microsoft.com/office/drawing/2014/main" id="{D71F97AC-F196-FFF2-BA81-949FF824E3E8}"/>
              </a:ext>
            </a:extLst>
          </p:cNvPr>
          <p:cNvCxnSpPr>
            <a:cxnSpLocks/>
          </p:cNvCxnSpPr>
          <p:nvPr/>
        </p:nvCxnSpPr>
        <p:spPr>
          <a:xfrm>
            <a:off x="4734801" y="3171289"/>
            <a:ext cx="583734" cy="2153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Rett pilkobling 68">
            <a:extLst>
              <a:ext uri="{FF2B5EF4-FFF2-40B4-BE49-F238E27FC236}">
                <a16:creationId xmlns:a16="http://schemas.microsoft.com/office/drawing/2014/main" id="{0663A6FF-DB7B-47C4-571A-1AF89E71AF0A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4721860" y="3171288"/>
            <a:ext cx="1325946" cy="2131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Rett pilkobling 71">
            <a:extLst>
              <a:ext uri="{FF2B5EF4-FFF2-40B4-BE49-F238E27FC236}">
                <a16:creationId xmlns:a16="http://schemas.microsoft.com/office/drawing/2014/main" id="{5047043E-E68B-9E16-9E6C-73737FA89FB4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4734800" y="3166128"/>
            <a:ext cx="2114898" cy="2155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Rett pilkobling 74">
            <a:extLst>
              <a:ext uri="{FF2B5EF4-FFF2-40B4-BE49-F238E27FC236}">
                <a16:creationId xmlns:a16="http://schemas.microsoft.com/office/drawing/2014/main" id="{A5463660-5E3F-A526-C295-5A0D8D2CCA1F}"/>
              </a:ext>
            </a:extLst>
          </p:cNvPr>
          <p:cNvCxnSpPr>
            <a:cxnSpLocks/>
          </p:cNvCxnSpPr>
          <p:nvPr/>
        </p:nvCxnSpPr>
        <p:spPr>
          <a:xfrm>
            <a:off x="4721836" y="3171287"/>
            <a:ext cx="2917178" cy="2131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Rett pilkobling 77">
            <a:extLst>
              <a:ext uri="{FF2B5EF4-FFF2-40B4-BE49-F238E27FC236}">
                <a16:creationId xmlns:a16="http://schemas.microsoft.com/office/drawing/2014/main" id="{050416BA-6A32-C7A7-CCC2-83640B49A347}"/>
              </a:ext>
            </a:extLst>
          </p:cNvPr>
          <p:cNvCxnSpPr>
            <a:cxnSpLocks/>
          </p:cNvCxnSpPr>
          <p:nvPr/>
        </p:nvCxnSpPr>
        <p:spPr>
          <a:xfrm>
            <a:off x="4734777" y="3160967"/>
            <a:ext cx="3693553" cy="2136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Rett pilkobling 80">
            <a:extLst>
              <a:ext uri="{FF2B5EF4-FFF2-40B4-BE49-F238E27FC236}">
                <a16:creationId xmlns:a16="http://schemas.microsoft.com/office/drawing/2014/main" id="{86A9BD4B-7B1D-A13F-A48F-D93577605E17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4734777" y="3167514"/>
            <a:ext cx="4521691" cy="2159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Bilde 2">
            <a:extLst>
              <a:ext uri="{FF2B5EF4-FFF2-40B4-BE49-F238E27FC236}">
                <a16:creationId xmlns:a16="http://schemas.microsoft.com/office/drawing/2014/main" id="{20BD2B4E-1A7B-8C4E-D0CB-E29C0F098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715" y="1741237"/>
            <a:ext cx="2772878" cy="1402944"/>
          </a:xfrm>
          <a:prstGeom prst="rect">
            <a:avLst/>
          </a:prstGeom>
        </p:spPr>
      </p:pic>
      <p:sp>
        <p:nvSpPr>
          <p:cNvPr id="4" name="Rektangel: avrundede hjørner 3">
            <a:extLst>
              <a:ext uri="{FF2B5EF4-FFF2-40B4-BE49-F238E27FC236}">
                <a16:creationId xmlns:a16="http://schemas.microsoft.com/office/drawing/2014/main" id="{E6C1E467-448F-85A0-8B62-272901B6BE99}"/>
              </a:ext>
            </a:extLst>
          </p:cNvPr>
          <p:cNvSpPr/>
          <p:nvPr/>
        </p:nvSpPr>
        <p:spPr>
          <a:xfrm>
            <a:off x="4270302" y="2732902"/>
            <a:ext cx="791852" cy="388654"/>
          </a:xfrm>
          <a:prstGeom prst="roundRect">
            <a:avLst/>
          </a:prstGeom>
          <a:solidFill>
            <a:schemeClr val="accent6">
              <a:lumMod val="50000"/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Rektangel: avrundede hjørner 5">
            <a:extLst>
              <a:ext uri="{FF2B5EF4-FFF2-40B4-BE49-F238E27FC236}">
                <a16:creationId xmlns:a16="http://schemas.microsoft.com/office/drawing/2014/main" id="{9A47F579-6D97-68ED-8668-0981E58B0BE3}"/>
              </a:ext>
            </a:extLst>
          </p:cNvPr>
          <p:cNvSpPr/>
          <p:nvPr/>
        </p:nvSpPr>
        <p:spPr>
          <a:xfrm>
            <a:off x="3652481" y="1688954"/>
            <a:ext cx="791852" cy="388654"/>
          </a:xfrm>
          <a:prstGeom prst="roundRect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34441064-4E11-ECF1-1017-A8D1B311B400}"/>
              </a:ext>
            </a:extLst>
          </p:cNvPr>
          <p:cNvSpPr/>
          <p:nvPr/>
        </p:nvSpPr>
        <p:spPr>
          <a:xfrm>
            <a:off x="4666228" y="1632315"/>
            <a:ext cx="481684" cy="461268"/>
          </a:xfrm>
          <a:prstGeom prst="ellipse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" name="Rektangel: avrundede hjørner 16">
            <a:extLst>
              <a:ext uri="{FF2B5EF4-FFF2-40B4-BE49-F238E27FC236}">
                <a16:creationId xmlns:a16="http://schemas.microsoft.com/office/drawing/2014/main" id="{F621512B-A029-144C-B703-2F86A22F945C}"/>
              </a:ext>
            </a:extLst>
          </p:cNvPr>
          <p:cNvSpPr/>
          <p:nvPr/>
        </p:nvSpPr>
        <p:spPr>
          <a:xfrm>
            <a:off x="4630742" y="2093583"/>
            <a:ext cx="1692420" cy="376215"/>
          </a:xfrm>
          <a:prstGeom prst="roundRect">
            <a:avLst/>
          </a:prstGeom>
          <a:solidFill>
            <a:srgbClr val="FF000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" name="Rektangel: avrundede hjørner 17">
            <a:extLst>
              <a:ext uri="{FF2B5EF4-FFF2-40B4-BE49-F238E27FC236}">
                <a16:creationId xmlns:a16="http://schemas.microsoft.com/office/drawing/2014/main" id="{12EF941C-59A3-607F-CDE1-008EB465879C}"/>
              </a:ext>
            </a:extLst>
          </p:cNvPr>
          <p:cNvSpPr/>
          <p:nvPr/>
        </p:nvSpPr>
        <p:spPr>
          <a:xfrm>
            <a:off x="5067731" y="2726143"/>
            <a:ext cx="791852" cy="376215"/>
          </a:xfrm>
          <a:prstGeom prst="roundRect">
            <a:avLst/>
          </a:prstGeom>
          <a:solidFill>
            <a:srgbClr val="FFFF0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8DC426E-89AA-4599-5A82-2D4BD5871B42}"/>
              </a:ext>
            </a:extLst>
          </p:cNvPr>
          <p:cNvSpPr txBox="1">
            <a:spLocks/>
          </p:cNvSpPr>
          <p:nvPr/>
        </p:nvSpPr>
        <p:spPr>
          <a:xfrm>
            <a:off x="1254742" y="275526"/>
            <a:ext cx="10515600" cy="78133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b-NO" dirty="0" err="1"/>
              <a:t>While</a:t>
            </a:r>
            <a:r>
              <a:rPr lang="nb-NO" dirty="0"/>
              <a:t> løkke </a:t>
            </a:r>
          </a:p>
        </p:txBody>
      </p:sp>
    </p:spTree>
    <p:extLst>
      <p:ext uri="{BB962C8B-B14F-4D97-AF65-F5344CB8AC3E}">
        <p14:creationId xmlns:p14="http://schemas.microsoft.com/office/powerpoint/2010/main" val="1240606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42" grpId="0" animBg="1"/>
      <p:bldP spid="44" grpId="0" animBg="1"/>
      <p:bldP spid="50" grpId="0" animBg="1"/>
      <p:bldP spid="52" grpId="0" animBg="1"/>
      <p:bldP spid="53" grpId="0" animBg="1"/>
      <p:bldP spid="4" grpId="0" animBg="1"/>
      <p:bldP spid="6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2734</TotalTime>
  <Words>10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Office-tema</vt:lpstr>
      <vt:lpstr>PowerPoint-presentasjon</vt:lpstr>
      <vt:lpstr>PowerPoint-presentasjon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PowerPoint-presentasjon</dc:title>
  <dc:creator>Yngve Magnussen</dc:creator>
  <cp:lastModifiedBy>Yngve Magnussen</cp:lastModifiedBy>
  <cp:revision>1</cp:revision>
  <dcterms:created xsi:type="dcterms:W3CDTF">2022-10-09T14:40:11Z</dcterms:created>
  <dcterms:modified xsi:type="dcterms:W3CDTF">2024-08-27T10:03:18Z</dcterms:modified>
</cp:coreProperties>
</file>