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646" r:id="rId5"/>
    <p:sldId id="286" r:id="rId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2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" y="178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ngve Magnussen" userId="7b55f7db-8b68-4ba6-91c1-bf450468887a" providerId="ADAL" clId="{FE7E642C-11AB-43A9-AA50-1003B6B0513A}"/>
    <pc:docChg chg="undo custSel delSld modSld">
      <pc:chgData name="Yngve Magnussen" userId="7b55f7db-8b68-4ba6-91c1-bf450468887a" providerId="ADAL" clId="{FE7E642C-11AB-43A9-AA50-1003B6B0513A}" dt="2026-09-03T13:46:21.859" v="73" actId="47"/>
      <pc:docMkLst>
        <pc:docMk/>
      </pc:docMkLst>
      <pc:sldChg chg="del">
        <pc:chgData name="Yngve Magnussen" userId="7b55f7db-8b68-4ba6-91c1-bf450468887a" providerId="ADAL" clId="{FE7E642C-11AB-43A9-AA50-1003B6B0513A}" dt="2026-09-03T13:45:53.992" v="49" actId="47"/>
        <pc:sldMkLst>
          <pc:docMk/>
          <pc:sldMk cId="660267784" sldId="258"/>
        </pc:sldMkLst>
      </pc:sldChg>
      <pc:sldChg chg="del">
        <pc:chgData name="Yngve Magnussen" userId="7b55f7db-8b68-4ba6-91c1-bf450468887a" providerId="ADAL" clId="{FE7E642C-11AB-43A9-AA50-1003B6B0513A}" dt="2026-09-03T13:45:57.795" v="54" actId="47"/>
        <pc:sldMkLst>
          <pc:docMk/>
          <pc:sldMk cId="500197275" sldId="259"/>
        </pc:sldMkLst>
      </pc:sldChg>
      <pc:sldChg chg="del">
        <pc:chgData name="Yngve Magnussen" userId="7b55f7db-8b68-4ba6-91c1-bf450468887a" providerId="ADAL" clId="{FE7E642C-11AB-43A9-AA50-1003B6B0513A}" dt="2026-09-03T13:45:59.788" v="56" actId="47"/>
        <pc:sldMkLst>
          <pc:docMk/>
          <pc:sldMk cId="1345564636" sldId="262"/>
        </pc:sldMkLst>
      </pc:sldChg>
      <pc:sldChg chg="del">
        <pc:chgData name="Yngve Magnussen" userId="7b55f7db-8b68-4ba6-91c1-bf450468887a" providerId="ADAL" clId="{FE7E642C-11AB-43A9-AA50-1003B6B0513A}" dt="2026-09-03T13:46:01.102" v="58" actId="47"/>
        <pc:sldMkLst>
          <pc:docMk/>
          <pc:sldMk cId="1659704411" sldId="263"/>
        </pc:sldMkLst>
      </pc:sldChg>
      <pc:sldChg chg="del">
        <pc:chgData name="Yngve Magnussen" userId="7b55f7db-8b68-4ba6-91c1-bf450468887a" providerId="ADAL" clId="{FE7E642C-11AB-43A9-AA50-1003B6B0513A}" dt="2026-09-03T13:46:03.060" v="61" actId="47"/>
        <pc:sldMkLst>
          <pc:docMk/>
          <pc:sldMk cId="4223287817" sldId="264"/>
        </pc:sldMkLst>
      </pc:sldChg>
      <pc:sldChg chg="del">
        <pc:chgData name="Yngve Magnussen" userId="7b55f7db-8b68-4ba6-91c1-bf450468887a" providerId="ADAL" clId="{FE7E642C-11AB-43A9-AA50-1003B6B0513A}" dt="2026-09-03T13:46:02.369" v="60" actId="47"/>
        <pc:sldMkLst>
          <pc:docMk/>
          <pc:sldMk cId="2935622393" sldId="265"/>
        </pc:sldMkLst>
      </pc:sldChg>
      <pc:sldChg chg="del">
        <pc:chgData name="Yngve Magnussen" userId="7b55f7db-8b68-4ba6-91c1-bf450468887a" providerId="ADAL" clId="{FE7E642C-11AB-43A9-AA50-1003B6B0513A}" dt="2026-09-03T13:46:04.365" v="63" actId="47"/>
        <pc:sldMkLst>
          <pc:docMk/>
          <pc:sldMk cId="4221911050" sldId="267"/>
        </pc:sldMkLst>
      </pc:sldChg>
      <pc:sldChg chg="del">
        <pc:chgData name="Yngve Magnussen" userId="7b55f7db-8b68-4ba6-91c1-bf450468887a" providerId="ADAL" clId="{FE7E642C-11AB-43A9-AA50-1003B6B0513A}" dt="2026-09-03T13:46:03.649" v="62" actId="47"/>
        <pc:sldMkLst>
          <pc:docMk/>
          <pc:sldMk cId="1459597317" sldId="268"/>
        </pc:sldMkLst>
      </pc:sldChg>
      <pc:sldChg chg="del">
        <pc:chgData name="Yngve Magnussen" userId="7b55f7db-8b68-4ba6-91c1-bf450468887a" providerId="ADAL" clId="{FE7E642C-11AB-43A9-AA50-1003B6B0513A}" dt="2026-09-03T13:46:06.451" v="66" actId="47"/>
        <pc:sldMkLst>
          <pc:docMk/>
          <pc:sldMk cId="1638175088" sldId="272"/>
        </pc:sldMkLst>
      </pc:sldChg>
      <pc:sldChg chg="del">
        <pc:chgData name="Yngve Magnussen" userId="7b55f7db-8b68-4ba6-91c1-bf450468887a" providerId="ADAL" clId="{FE7E642C-11AB-43A9-AA50-1003B6B0513A}" dt="2026-09-03T13:46:10.285" v="70" actId="47"/>
        <pc:sldMkLst>
          <pc:docMk/>
          <pc:sldMk cId="1615133328" sldId="273"/>
        </pc:sldMkLst>
      </pc:sldChg>
      <pc:sldChg chg="del">
        <pc:chgData name="Yngve Magnussen" userId="7b55f7db-8b68-4ba6-91c1-bf450468887a" providerId="ADAL" clId="{FE7E642C-11AB-43A9-AA50-1003B6B0513A}" dt="2026-09-03T13:46:08.855" v="68" actId="47"/>
        <pc:sldMkLst>
          <pc:docMk/>
          <pc:sldMk cId="4201713376" sldId="274"/>
        </pc:sldMkLst>
      </pc:sldChg>
      <pc:sldChg chg="del">
        <pc:chgData name="Yngve Magnussen" userId="7b55f7db-8b68-4ba6-91c1-bf450468887a" providerId="ADAL" clId="{FE7E642C-11AB-43A9-AA50-1003B6B0513A}" dt="2026-09-03T13:46:00.455" v="57" actId="47"/>
        <pc:sldMkLst>
          <pc:docMk/>
          <pc:sldMk cId="577303171" sldId="275"/>
        </pc:sldMkLst>
      </pc:sldChg>
      <pc:sldChg chg="del">
        <pc:chgData name="Yngve Magnussen" userId="7b55f7db-8b68-4ba6-91c1-bf450468887a" providerId="ADAL" clId="{FE7E642C-11AB-43A9-AA50-1003B6B0513A}" dt="2026-09-03T13:46:11.557" v="71" actId="47"/>
        <pc:sldMkLst>
          <pc:docMk/>
          <pc:sldMk cId="2835760985" sldId="276"/>
        </pc:sldMkLst>
      </pc:sldChg>
      <pc:sldChg chg="del">
        <pc:chgData name="Yngve Magnussen" userId="7b55f7db-8b68-4ba6-91c1-bf450468887a" providerId="ADAL" clId="{FE7E642C-11AB-43A9-AA50-1003B6B0513A}" dt="2026-09-03T13:45:55.736" v="51" actId="47"/>
        <pc:sldMkLst>
          <pc:docMk/>
          <pc:sldMk cId="2169094714" sldId="277"/>
        </pc:sldMkLst>
      </pc:sldChg>
      <pc:sldChg chg="del">
        <pc:chgData name="Yngve Magnussen" userId="7b55f7db-8b68-4ba6-91c1-bf450468887a" providerId="ADAL" clId="{FE7E642C-11AB-43A9-AA50-1003B6B0513A}" dt="2026-09-03T13:45:58.497" v="55" actId="47"/>
        <pc:sldMkLst>
          <pc:docMk/>
          <pc:sldMk cId="1304158356" sldId="278"/>
        </pc:sldMkLst>
      </pc:sldChg>
      <pc:sldChg chg="del">
        <pc:chgData name="Yngve Magnussen" userId="7b55f7db-8b68-4ba6-91c1-bf450468887a" providerId="ADAL" clId="{FE7E642C-11AB-43A9-AA50-1003B6B0513A}" dt="2026-09-03T13:45:56.457" v="52" actId="47"/>
        <pc:sldMkLst>
          <pc:docMk/>
          <pc:sldMk cId="2544562011" sldId="279"/>
        </pc:sldMkLst>
      </pc:sldChg>
      <pc:sldChg chg="del">
        <pc:chgData name="Yngve Magnussen" userId="7b55f7db-8b68-4ba6-91c1-bf450468887a" providerId="ADAL" clId="{FE7E642C-11AB-43A9-AA50-1003B6B0513A}" dt="2026-09-03T13:46:05.707" v="65" actId="47"/>
        <pc:sldMkLst>
          <pc:docMk/>
          <pc:sldMk cId="1055474405" sldId="280"/>
        </pc:sldMkLst>
      </pc:sldChg>
      <pc:sldChg chg="del">
        <pc:chgData name="Yngve Magnussen" userId="7b55f7db-8b68-4ba6-91c1-bf450468887a" providerId="ADAL" clId="{FE7E642C-11AB-43A9-AA50-1003B6B0513A}" dt="2026-09-03T13:46:09.602" v="69" actId="47"/>
        <pc:sldMkLst>
          <pc:docMk/>
          <pc:sldMk cId="3562499410" sldId="282"/>
        </pc:sldMkLst>
      </pc:sldChg>
      <pc:sldChg chg="del">
        <pc:chgData name="Yngve Magnussen" userId="7b55f7db-8b68-4ba6-91c1-bf450468887a" providerId="ADAL" clId="{FE7E642C-11AB-43A9-AA50-1003B6B0513A}" dt="2026-09-03T13:46:05.060" v="64" actId="47"/>
        <pc:sldMkLst>
          <pc:docMk/>
          <pc:sldMk cId="2705412017" sldId="283"/>
        </pc:sldMkLst>
      </pc:sldChg>
      <pc:sldChg chg="del">
        <pc:chgData name="Yngve Magnussen" userId="7b55f7db-8b68-4ba6-91c1-bf450468887a" providerId="ADAL" clId="{FE7E642C-11AB-43A9-AA50-1003B6B0513A}" dt="2026-09-03T13:45:56.959" v="53" actId="47"/>
        <pc:sldMkLst>
          <pc:docMk/>
          <pc:sldMk cId="1405774692" sldId="284"/>
        </pc:sldMkLst>
      </pc:sldChg>
      <pc:sldChg chg="del">
        <pc:chgData name="Yngve Magnussen" userId="7b55f7db-8b68-4ba6-91c1-bf450468887a" providerId="ADAL" clId="{FE7E642C-11AB-43A9-AA50-1003B6B0513A}" dt="2026-09-03T13:46:12.343" v="72" actId="47"/>
        <pc:sldMkLst>
          <pc:docMk/>
          <pc:sldMk cId="1113796902" sldId="285"/>
        </pc:sldMkLst>
      </pc:sldChg>
      <pc:sldChg chg="del">
        <pc:chgData name="Yngve Magnussen" userId="7b55f7db-8b68-4ba6-91c1-bf450468887a" providerId="ADAL" clId="{FE7E642C-11AB-43A9-AA50-1003B6B0513A}" dt="2026-09-03T13:45:52.935" v="48" actId="47"/>
        <pc:sldMkLst>
          <pc:docMk/>
          <pc:sldMk cId="901401576" sldId="539"/>
        </pc:sldMkLst>
      </pc:sldChg>
      <pc:sldChg chg="del">
        <pc:chgData name="Yngve Magnussen" userId="7b55f7db-8b68-4ba6-91c1-bf450468887a" providerId="ADAL" clId="{FE7E642C-11AB-43A9-AA50-1003B6B0513A}" dt="2026-09-03T13:46:21.859" v="73" actId="47"/>
        <pc:sldMkLst>
          <pc:docMk/>
          <pc:sldMk cId="2377603513" sldId="566"/>
        </pc:sldMkLst>
      </pc:sldChg>
      <pc:sldChg chg="modSp mod">
        <pc:chgData name="Yngve Magnussen" userId="7b55f7db-8b68-4ba6-91c1-bf450468887a" providerId="ADAL" clId="{FE7E642C-11AB-43A9-AA50-1003B6B0513A}" dt="2026-09-03T13:44:28.107" v="47" actId="14100"/>
        <pc:sldMkLst>
          <pc:docMk/>
          <pc:sldMk cId="1766430265" sldId="646"/>
        </pc:sldMkLst>
        <pc:spChg chg="mod">
          <ac:chgData name="Yngve Magnussen" userId="7b55f7db-8b68-4ba6-91c1-bf450468887a" providerId="ADAL" clId="{FE7E642C-11AB-43A9-AA50-1003B6B0513A}" dt="2026-09-03T13:44:28.107" v="47" actId="14100"/>
          <ac:spMkLst>
            <pc:docMk/>
            <pc:sldMk cId="1766430265" sldId="646"/>
            <ac:spMk id="9" creationId="{6CD8635F-258F-8225-0402-C0267A66D0D7}"/>
          </ac:spMkLst>
        </pc:spChg>
        <pc:picChg chg="mod">
          <ac:chgData name="Yngve Magnussen" userId="7b55f7db-8b68-4ba6-91c1-bf450468887a" providerId="ADAL" clId="{FE7E642C-11AB-43A9-AA50-1003B6B0513A}" dt="2026-09-03T13:44:07.666" v="45" actId="14100"/>
          <ac:picMkLst>
            <pc:docMk/>
            <pc:sldMk cId="1766430265" sldId="646"/>
            <ac:picMk id="8" creationId="{68BA20C2-29B5-F42D-0DB5-3C4DD08531C7}"/>
          </ac:picMkLst>
        </pc:picChg>
      </pc:sldChg>
      <pc:sldChg chg="del">
        <pc:chgData name="Yngve Magnussen" userId="7b55f7db-8b68-4ba6-91c1-bf450468887a" providerId="ADAL" clId="{FE7E642C-11AB-43A9-AA50-1003B6B0513A}" dt="2026-09-03T13:46:07.320" v="67" actId="47"/>
        <pc:sldMkLst>
          <pc:docMk/>
          <pc:sldMk cId="949746732" sldId="647"/>
        </pc:sldMkLst>
      </pc:sldChg>
      <pc:sldChg chg="del">
        <pc:chgData name="Yngve Magnussen" userId="7b55f7db-8b68-4ba6-91c1-bf450468887a" providerId="ADAL" clId="{FE7E642C-11AB-43A9-AA50-1003B6B0513A}" dt="2026-09-03T13:45:54.927" v="50" actId="47"/>
        <pc:sldMkLst>
          <pc:docMk/>
          <pc:sldMk cId="1639894313" sldId="648"/>
        </pc:sldMkLst>
      </pc:sldChg>
      <pc:sldChg chg="del">
        <pc:chgData name="Yngve Magnussen" userId="7b55f7db-8b68-4ba6-91c1-bf450468887a" providerId="ADAL" clId="{FE7E642C-11AB-43A9-AA50-1003B6B0513A}" dt="2026-09-03T13:46:01.742" v="59" actId="47"/>
        <pc:sldMkLst>
          <pc:docMk/>
          <pc:sldMk cId="4272395623" sldId="649"/>
        </pc:sldMkLst>
      </pc:sldChg>
      <pc:sldMasterChg chg="delSldLayout">
        <pc:chgData name="Yngve Magnussen" userId="7b55f7db-8b68-4ba6-91c1-bf450468887a" providerId="ADAL" clId="{FE7E642C-11AB-43A9-AA50-1003B6B0513A}" dt="2026-09-03T13:45:52.935" v="48" actId="47"/>
        <pc:sldMasterMkLst>
          <pc:docMk/>
          <pc:sldMasterMk cId="1028455030" sldId="2147483648"/>
        </pc:sldMasterMkLst>
        <pc:sldLayoutChg chg="del">
          <pc:chgData name="Yngve Magnussen" userId="7b55f7db-8b68-4ba6-91c1-bf450468887a" providerId="ADAL" clId="{FE7E642C-11AB-43A9-AA50-1003B6B0513A}" dt="2026-09-03T13:45:52.935" v="48" actId="47"/>
          <pc:sldLayoutMkLst>
            <pc:docMk/>
            <pc:sldMasterMk cId="1028455030" sldId="2147483648"/>
            <pc:sldLayoutMk cId="606093853" sldId="21474836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23D77-D7F4-4926-9AB9-3CE1B47A6BE0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F5340-CFDA-42D0-980A-FD66FAEC54C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79724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F5340-CFDA-42D0-980A-FD66FAEC54CB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69257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B1C2C-289A-4006-9815-31FE240B71AD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5808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e 10">
            <a:extLst>
              <a:ext uri="{FF2B5EF4-FFF2-40B4-BE49-F238E27FC236}">
                <a16:creationId xmlns:a16="http://schemas.microsoft.com/office/drawing/2014/main" id="{C84B0E66-1D41-A70D-0B09-EA6AB79D23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41EC3FCE-ECD2-B845-C6B7-11860265C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826" y="4899991"/>
            <a:ext cx="6669156" cy="1510748"/>
          </a:xfrm>
        </p:spPr>
        <p:txBody>
          <a:bodyPr anchor="ctr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FF5EFC5E-8B3E-5C91-D7BE-5949983FF5C3}"/>
              </a:ext>
            </a:extLst>
          </p:cNvPr>
          <p:cNvSpPr>
            <a:spLocks noGrp="1"/>
          </p:cNvSpPr>
          <p:nvPr/>
        </p:nvSpPr>
        <p:spPr>
          <a:xfrm>
            <a:off x="-2551670" y="2663417"/>
            <a:ext cx="10515600" cy="197057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/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4580A36F-1C92-A71F-DB64-7D038986D481}"/>
              </a:ext>
            </a:extLst>
          </p:cNvPr>
          <p:cNvSpPr>
            <a:spLocks noGrp="1"/>
          </p:cNvSpPr>
          <p:nvPr/>
        </p:nvSpPr>
        <p:spPr>
          <a:xfrm>
            <a:off x="-2551670" y="582965"/>
            <a:ext cx="10515600" cy="405102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/>
          </a:p>
        </p:txBody>
      </p:sp>
      <p:sp>
        <p:nvSpPr>
          <p:cNvPr id="10" name="Plassholder for bilde 5">
            <a:extLst>
              <a:ext uri="{FF2B5EF4-FFF2-40B4-BE49-F238E27FC236}">
                <a16:creationId xmlns:a16="http://schemas.microsoft.com/office/drawing/2014/main" id="{E5D51041-F43E-DA54-7D48-9E5C74DB56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156" y="1023938"/>
            <a:ext cx="6669019" cy="3609975"/>
          </a:xfrm>
        </p:spPr>
        <p:txBody>
          <a:bodyPr/>
          <a:lstStyle/>
          <a:p>
            <a:r>
              <a:rPr lang="nb-NO"/>
              <a:t>Klikk på ikonet for å legge til et bilde</a:t>
            </a:r>
          </a:p>
        </p:txBody>
      </p:sp>
    </p:spTree>
    <p:extLst>
      <p:ext uri="{BB962C8B-B14F-4D97-AF65-F5344CB8AC3E}">
        <p14:creationId xmlns:p14="http://schemas.microsoft.com/office/powerpoint/2010/main" val="212088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04D31F0-3349-D170-9CAB-15B883CE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7D19BDA-4FC7-4000-FC04-D0D4D3C0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D8F5189-5F5A-4632-85CF-766E8FA1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505C768-4BFF-EB12-1173-53C784DD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18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Et bilde som inneholder Rektangel&#10;&#10;Automatisk generert beskrivelse">
            <a:extLst>
              <a:ext uri="{FF2B5EF4-FFF2-40B4-BE49-F238E27FC236}">
                <a16:creationId xmlns:a16="http://schemas.microsoft.com/office/drawing/2014/main" id="{086FA1A3-718E-1943-E254-F9C91FA854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tel 1">
            <a:extLst>
              <a:ext uri="{FF2B5EF4-FFF2-40B4-BE49-F238E27FC236}">
                <a16:creationId xmlns:a16="http://schemas.microsoft.com/office/drawing/2014/main" id="{A8E9EAD7-D2C0-0511-B27F-F37B4E0D0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>
            <a:lvl1pPr algn="ctr">
              <a:defRPr sz="3200" b="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240410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6C7871F0-A59B-A412-94E1-A27C2CAC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A7A0FCBE-3353-E4DF-BDDE-F569AC5A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E52DA63D-3AF0-06D4-8815-CB40364E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5062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04D31F0-3349-D170-9CAB-15B883CE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37BB474-D57F-ED2C-2883-A23AF52F0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7D19BDA-4FC7-4000-FC04-D0D4D3C0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D8F5189-5F5A-4632-85CF-766E8FA1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505C768-4BFF-EB12-1173-53C784DD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769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04D31F0-3349-D170-9CAB-15B883CE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37BB474-D57F-ED2C-2883-A23AF52F0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3503"/>
            <a:ext cx="10515600" cy="154947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7D19BDA-4FC7-4000-FC04-D0D4D3C0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D8F5189-5F5A-4632-85CF-766E8FA1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505C768-4BFF-EB12-1173-53C784DD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347D70E1-A65B-223F-C362-684CEE61ED3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4324595"/>
            <a:ext cx="10515600" cy="154947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88422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FF3AC61-540D-487E-E118-3E278042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7AF2A42-6F52-702A-FEDF-C3552DC6C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24D27B6-1C3A-AB58-4E6A-6717402F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5EF36AF-4D09-6849-5CC9-474343F9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1D85897-6E31-9488-3E18-5C735549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9937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9035B2E-0E8C-3791-C649-D7229845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25610"/>
            <a:ext cx="10514012" cy="103178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0CBECD8-F0DF-502E-5B72-191DD1865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362994"/>
            <a:ext cx="6172200" cy="346939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7A6B25C-DD1A-0A93-9DB1-89D7FC55D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2994"/>
            <a:ext cx="3932237" cy="346939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87F7A64-82A3-0533-AEA8-EA6B38C3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C2703DC-B0F7-DA94-D347-2D7ED516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76CD2C6A-2180-920C-DEF3-289A7A09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06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0F1B7E6-B483-8CB5-091B-943864162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17D4318-6C6D-A1C0-6EEC-91A46A4B9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15027"/>
            <a:ext cx="5181600" cy="352485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64EFBC26-F1F6-196C-9DA3-D64718265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15027"/>
            <a:ext cx="5181600" cy="352485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535488AF-B79B-5375-27AE-154627FC6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CB9B26B0-C13D-B68A-E645-4E1507A5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CC9593B8-372D-193F-1934-1406830E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4413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56D6645-807D-D55F-1EC9-B1EBEE1A5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89051"/>
            <a:ext cx="10515600" cy="1316038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86DB7A1-C34C-F7B2-CDDA-4062DBC3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60508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6118F5C-EDF0-D99A-1D30-1D47FF165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29000"/>
            <a:ext cx="5157787" cy="267176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8FFDE462-4A1E-8E7B-83D4-596935D7F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60508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9F9F73C0-99E1-69B2-8AF9-0146D6032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29000"/>
            <a:ext cx="5183188" cy="267176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C403A79A-5A7E-710E-F123-3E19D9E6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789D48BA-59CD-957A-465B-58722F41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34BA173-A861-182A-63D7-B4E0405E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9126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56D6645-807D-D55F-1EC9-B1EBEE1A5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89051"/>
            <a:ext cx="10515600" cy="1316038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86DB7A1-C34C-F7B2-CDDA-4062DBC3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605088"/>
            <a:ext cx="3398579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6118F5C-EDF0-D99A-1D30-1D47FF165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429000"/>
            <a:ext cx="3398578" cy="267176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C403A79A-5A7E-710E-F123-3E19D9E6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789D48BA-59CD-957A-465B-58722F41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34BA173-A861-182A-63D7-B4E0405E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  <p:sp>
        <p:nvSpPr>
          <p:cNvPr id="5" name="Plassholder for tekst 2">
            <a:extLst>
              <a:ext uri="{FF2B5EF4-FFF2-40B4-BE49-F238E27FC236}">
                <a16:creationId xmlns:a16="http://schemas.microsoft.com/office/drawing/2014/main" id="{D2860276-8A51-5B3D-EFAB-B6AAB1B139E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944924" y="2605088"/>
            <a:ext cx="3398579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3">
            <a:extLst>
              <a:ext uri="{FF2B5EF4-FFF2-40B4-BE49-F238E27FC236}">
                <a16:creationId xmlns:a16="http://schemas.microsoft.com/office/drawing/2014/main" id="{909E3BAB-489E-ACF2-56E9-793D5DE8C5E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44924" y="3429000"/>
            <a:ext cx="3398578" cy="267176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0" name="Plassholder for tekst 2">
            <a:extLst>
              <a:ext uri="{FF2B5EF4-FFF2-40B4-BE49-F238E27FC236}">
                <a16:creationId xmlns:a16="http://schemas.microsoft.com/office/drawing/2014/main" id="{71125883-D859-9F30-B9D8-E96D12557292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92356" y="2605088"/>
            <a:ext cx="3398579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1" name="Plassholder for innhold 3">
            <a:extLst>
              <a:ext uri="{FF2B5EF4-FFF2-40B4-BE49-F238E27FC236}">
                <a16:creationId xmlns:a16="http://schemas.microsoft.com/office/drawing/2014/main" id="{F68B9F7E-E169-3F04-7FE7-23AF22AAF0F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392356" y="3429000"/>
            <a:ext cx="3398578" cy="267176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524069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56D6645-807D-D55F-1EC9-B1EBEE1A5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89051"/>
            <a:ext cx="10515600" cy="1316038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86DB7A1-C34C-F7B2-CDDA-4062DBC3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605088"/>
            <a:ext cx="24594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6118F5C-EDF0-D99A-1D30-1D47FF165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429000"/>
            <a:ext cx="2459465" cy="267176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C403A79A-5A7E-710E-F123-3E19D9E6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789D48BA-59CD-957A-465B-58722F41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34BA173-A861-182A-63D7-B4E0405E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  <p:sp>
        <p:nvSpPr>
          <p:cNvPr id="18" name="Plassholder for tekst 2">
            <a:extLst>
              <a:ext uri="{FF2B5EF4-FFF2-40B4-BE49-F238E27FC236}">
                <a16:creationId xmlns:a16="http://schemas.microsoft.com/office/drawing/2014/main" id="{47965264-184D-42CB-7A29-A466DC650DC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896867" y="2605088"/>
            <a:ext cx="24594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9" name="Plassholder for innhold 3">
            <a:extLst>
              <a:ext uri="{FF2B5EF4-FFF2-40B4-BE49-F238E27FC236}">
                <a16:creationId xmlns:a16="http://schemas.microsoft.com/office/drawing/2014/main" id="{0411B5C6-EB4A-CBC8-029A-5C494307C01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896867" y="3429000"/>
            <a:ext cx="2459465" cy="267176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0" name="Plassholder for tekst 2">
            <a:extLst>
              <a:ext uri="{FF2B5EF4-FFF2-40B4-BE49-F238E27FC236}">
                <a16:creationId xmlns:a16="http://schemas.microsoft.com/office/drawing/2014/main" id="{3D5AE796-3E7C-07FB-0830-ECE5FBAF5B15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527618" y="2605088"/>
            <a:ext cx="24594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1" name="Plassholder for innhold 3">
            <a:extLst>
              <a:ext uri="{FF2B5EF4-FFF2-40B4-BE49-F238E27FC236}">
                <a16:creationId xmlns:a16="http://schemas.microsoft.com/office/drawing/2014/main" id="{7573F2BD-6DF0-95CA-EC65-18705451F2D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527618" y="3429000"/>
            <a:ext cx="2459465" cy="267176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2" name="Plassholder for tekst 2">
            <a:extLst>
              <a:ext uri="{FF2B5EF4-FFF2-40B4-BE49-F238E27FC236}">
                <a16:creationId xmlns:a16="http://schemas.microsoft.com/office/drawing/2014/main" id="{AAE369DC-7E3D-3072-7946-B7221A470CC2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217276" y="2605088"/>
            <a:ext cx="24594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3" name="Plassholder for innhold 3">
            <a:extLst>
              <a:ext uri="{FF2B5EF4-FFF2-40B4-BE49-F238E27FC236}">
                <a16:creationId xmlns:a16="http://schemas.microsoft.com/office/drawing/2014/main" id="{142A6D9C-51D3-05A4-7CB6-65FF653AC55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17276" y="3429000"/>
            <a:ext cx="2459465" cy="267176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71061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>
            <a:extLst>
              <a:ext uri="{FF2B5EF4-FFF2-40B4-BE49-F238E27FC236}">
                <a16:creationId xmlns:a16="http://schemas.microsoft.com/office/drawing/2014/main" id="{DB532BF1-13A4-6AED-C07F-CC3E86652E1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A6DB4FFC-5C1E-18DF-8DB7-7D83EC60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9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342F529-7855-424E-0801-102B3CF37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3503"/>
            <a:ext cx="10515600" cy="3483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D025113-362A-6268-0D8A-4A99A4F17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18216-93BB-B24E-8D88-9ABAA07FBA53}" type="datetimeFigureOut">
              <a:rPr lang="nb-NO" smtClean="0"/>
              <a:t>03.09.2026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82FF935-61EC-BD88-610F-BBA99EA6B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82161FF-91BE-6DC3-3BEF-8687458D6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71C88-5775-1342-9579-BCBB0E2C180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845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6" r:id="rId3"/>
    <p:sldLayoutId id="2147483655" r:id="rId4"/>
    <p:sldLayoutId id="2147483650" r:id="rId5"/>
    <p:sldLayoutId id="2147483660" r:id="rId6"/>
    <p:sldLayoutId id="2147483651" r:id="rId7"/>
    <p:sldLayoutId id="2147483656" r:id="rId8"/>
    <p:sldLayoutId id="2147483652" r:id="rId9"/>
    <p:sldLayoutId id="2147483653" r:id="rId10"/>
    <p:sldLayoutId id="2147483664" r:id="rId11"/>
    <p:sldLayoutId id="214748366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>
            <a:extLst>
              <a:ext uri="{FF2B5EF4-FFF2-40B4-BE49-F238E27FC236}">
                <a16:creationId xmlns:a16="http://schemas.microsoft.com/office/drawing/2014/main" id="{37C69753-0DD3-A956-B232-5885FA662025}"/>
              </a:ext>
            </a:extLst>
          </p:cNvPr>
          <p:cNvSpPr txBox="1"/>
          <p:nvPr/>
        </p:nvSpPr>
        <p:spPr>
          <a:xfrm>
            <a:off x="1022928" y="1193023"/>
            <a:ext cx="3940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0" dirty="0">
                <a:solidFill>
                  <a:schemeClr val="bg1">
                    <a:lumMod val="95000"/>
                  </a:schemeClr>
                </a:solidFill>
              </a:rPr>
              <a:t>Hvem er jeg</a:t>
            </a:r>
          </a:p>
        </p:txBody>
      </p:sp>
      <p:pic>
        <p:nvPicPr>
          <p:cNvPr id="8" name="Plassholder for innhold 7" descr="Et bilde som inneholder person, Menneskeansikt, vann, utendørs&#10;&#10;Automatisk generert beskrivelse">
            <a:extLst>
              <a:ext uri="{FF2B5EF4-FFF2-40B4-BE49-F238E27FC236}">
                <a16:creationId xmlns:a16="http://schemas.microsoft.com/office/drawing/2014/main" id="{68BA20C2-29B5-F42D-0DB5-3C4DD0853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7018" y="2084388"/>
            <a:ext cx="2839032" cy="3690056"/>
          </a:xfrm>
        </p:spPr>
      </p:pic>
      <p:sp>
        <p:nvSpPr>
          <p:cNvPr id="9" name="TekstSylinder 8">
            <a:extLst>
              <a:ext uri="{FF2B5EF4-FFF2-40B4-BE49-F238E27FC236}">
                <a16:creationId xmlns:a16="http://schemas.microsoft.com/office/drawing/2014/main" id="{6CD8635F-258F-8225-0402-C0267A66D0D7}"/>
              </a:ext>
            </a:extLst>
          </p:cNvPr>
          <p:cNvSpPr txBox="1"/>
          <p:nvPr/>
        </p:nvSpPr>
        <p:spPr>
          <a:xfrm>
            <a:off x="4078940" y="2071549"/>
            <a:ext cx="737795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000" u="sng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Yngve Magnussen</a:t>
            </a:r>
          </a:p>
          <a:p>
            <a:endParaRPr lang="nb-NO" sz="2000" u="sng" dirty="0">
              <a:solidFill>
                <a:schemeClr val="accent2">
                  <a:lumMod val="25000"/>
                  <a:lumOff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Fagansvarlig </a:t>
            </a:r>
            <a:r>
              <a:rPr lang="nb-NO" sz="2000" dirty="0" err="1">
                <a:solidFill>
                  <a:schemeClr val="accent2">
                    <a:lumMod val="25000"/>
                    <a:lumOff val="75000"/>
                  </a:schemeClr>
                </a:solidFill>
              </a:rPr>
              <a:t>Backend</a:t>
            </a:r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-programmering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53 år, gift og har 3 voksne barn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Bakgrunn:</a:t>
            </a:r>
          </a:p>
          <a:p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	Utdannet Dataingeniør</a:t>
            </a:r>
          </a:p>
          <a:p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		16 års erfaring som programmerer</a:t>
            </a:r>
          </a:p>
          <a:p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	Utdannet Lærer (Matematikk)</a:t>
            </a:r>
          </a:p>
          <a:p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		8 års erfaring fra grunnskole, </a:t>
            </a:r>
            <a:r>
              <a:rPr lang="nb-NO" sz="2000" dirty="0" err="1">
                <a:solidFill>
                  <a:schemeClr val="accent2">
                    <a:lumMod val="25000"/>
                    <a:lumOff val="75000"/>
                  </a:schemeClr>
                </a:solidFill>
              </a:rPr>
              <a:t>vgs</a:t>
            </a:r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 og fagskole.</a:t>
            </a:r>
          </a:p>
          <a:p>
            <a:r>
              <a:rPr lang="nb-NO" sz="2000" dirty="0">
                <a:solidFill>
                  <a:schemeClr val="accent2">
                    <a:lumMod val="25000"/>
                    <a:lumOff val="75000"/>
                  </a:schemeClr>
                </a:solidFill>
              </a:rPr>
              <a:t>			</a:t>
            </a:r>
          </a:p>
          <a:p>
            <a:r>
              <a:rPr lang="nb-NO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6643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e 13">
            <a:extLst>
              <a:ext uri="{FF2B5EF4-FFF2-40B4-BE49-F238E27FC236}">
                <a16:creationId xmlns:a16="http://schemas.microsoft.com/office/drawing/2014/main" id="{D28F1702-0430-F8D5-9FFF-CE43AB9D0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267" y="1281236"/>
            <a:ext cx="9105211" cy="5252624"/>
          </a:xfrm>
          <a:prstGeom prst="rect">
            <a:avLst/>
          </a:prstGeo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6A103640-01C3-C2D1-8363-3FD7C245A122}"/>
              </a:ext>
            </a:extLst>
          </p:cNvPr>
          <p:cNvSpPr txBox="1"/>
          <p:nvPr/>
        </p:nvSpPr>
        <p:spPr>
          <a:xfrm>
            <a:off x="1710293" y="6208301"/>
            <a:ext cx="88203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b-NO"/>
              <a:t>Kan lite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4BCF2244-AE88-F191-A63F-F7F1FE8A07FB}"/>
              </a:ext>
            </a:extLst>
          </p:cNvPr>
          <p:cNvSpPr txBox="1"/>
          <p:nvPr/>
        </p:nvSpPr>
        <p:spPr>
          <a:xfrm>
            <a:off x="5854895" y="5436870"/>
            <a:ext cx="23294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b-NO"/>
              <a:t>Lang modningsperiode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BDC4DE76-5636-F133-CB2E-ED422234BE65}"/>
              </a:ext>
            </a:extLst>
          </p:cNvPr>
          <p:cNvSpPr txBox="1"/>
          <p:nvPr/>
        </p:nvSpPr>
        <p:spPr>
          <a:xfrm>
            <a:off x="9267783" y="1783528"/>
            <a:ext cx="199484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b-NO"/>
              <a:t>Kan mye, lærer fort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34F12368-E1CC-5664-8720-12BFF7137EC4}"/>
              </a:ext>
            </a:extLst>
          </p:cNvPr>
          <p:cNvSpPr txBox="1"/>
          <p:nvPr/>
        </p:nvSpPr>
        <p:spPr>
          <a:xfrm>
            <a:off x="3965269" y="6106032"/>
            <a:ext cx="127926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b-NO"/>
              <a:t>Lærer sakte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4F8A629F-FA04-85A9-FB83-E7EDB3367F05}"/>
              </a:ext>
            </a:extLst>
          </p:cNvPr>
          <p:cNvSpPr txBox="1"/>
          <p:nvPr/>
        </p:nvSpPr>
        <p:spPr>
          <a:xfrm>
            <a:off x="7682065" y="3722170"/>
            <a:ext cx="248362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b-NO"/>
              <a:t>Lærer raskere og raskere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8C8A455-011A-271F-B6C2-8BB047594991}"/>
              </a:ext>
            </a:extLst>
          </p:cNvPr>
          <p:cNvSpPr txBox="1">
            <a:spLocks/>
          </p:cNvSpPr>
          <p:nvPr/>
        </p:nvSpPr>
        <p:spPr>
          <a:xfrm>
            <a:off x="1460267" y="511614"/>
            <a:ext cx="9924048" cy="940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00"/>
                </a:solidFill>
              </a:rPr>
              <a:t>Å lære nye konsepter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6E5FE-3362-AE9B-94D8-7ED250578505}"/>
              </a:ext>
            </a:extLst>
          </p:cNvPr>
          <p:cNvSpPr txBox="1">
            <a:spLocks/>
          </p:cNvSpPr>
          <p:nvPr/>
        </p:nvSpPr>
        <p:spPr>
          <a:xfrm>
            <a:off x="2592329" y="2070783"/>
            <a:ext cx="6218207" cy="1559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accent1">
                    <a:lumMod val="90000"/>
                    <a:lumOff val="10000"/>
                  </a:schemeClr>
                </a:solidFill>
              </a:rPr>
              <a:t>Å være problemløser</a:t>
            </a:r>
          </a:p>
          <a:p>
            <a:endParaRPr lang="en-US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1">
                    <a:lumMod val="90000"/>
                    <a:lumOff val="10000"/>
                  </a:schemeClr>
                </a:solidFill>
              </a:rPr>
              <a:t>Forstå problemet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1">
                    <a:lumMod val="90000"/>
                    <a:lumOff val="10000"/>
                  </a:schemeClr>
                </a:solidFill>
              </a:rPr>
              <a:t>Lage en plan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1">
                    <a:lumMod val="90000"/>
                    <a:lumOff val="10000"/>
                  </a:schemeClr>
                </a:solidFill>
              </a:rPr>
              <a:t>Utføre planen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1">
                    <a:lumMod val="90000"/>
                    <a:lumOff val="10000"/>
                  </a:schemeClr>
                </a:solidFill>
              </a:rPr>
              <a:t>Se tilbake og kontroller</a:t>
            </a:r>
          </a:p>
          <a:p>
            <a:endParaRPr lang="en-US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4773405E-768A-33EC-FDE3-1C75B9128460}"/>
              </a:ext>
            </a:extLst>
          </p:cNvPr>
          <p:cNvSpPr txBox="1"/>
          <p:nvPr/>
        </p:nvSpPr>
        <p:spPr>
          <a:xfrm>
            <a:off x="3011976" y="4405818"/>
            <a:ext cx="375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>
                <a:solidFill>
                  <a:schemeClr val="accent1">
                    <a:lumMod val="50000"/>
                    <a:lumOff val="50000"/>
                  </a:schemeClr>
                </a:solidFill>
              </a:rPr>
              <a:t>En erfart læringskurve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7B644CAA-B3F3-E0E2-2D14-793A3950C73D}"/>
              </a:ext>
            </a:extLst>
          </p:cNvPr>
          <p:cNvSpPr txBox="1"/>
          <p:nvPr/>
        </p:nvSpPr>
        <p:spPr>
          <a:xfrm>
            <a:off x="6256467" y="1733918"/>
            <a:ext cx="1291207" cy="938719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nb-NO" sz="1100"/>
              <a:t>Google</a:t>
            </a:r>
          </a:p>
          <a:p>
            <a:r>
              <a:rPr lang="nb-NO" sz="1100"/>
              <a:t>Chatgpt</a:t>
            </a:r>
          </a:p>
          <a:p>
            <a:r>
              <a:rPr lang="nb-NO" sz="1100"/>
              <a:t>Bøker</a:t>
            </a:r>
          </a:p>
          <a:p>
            <a:r>
              <a:rPr lang="nb-NO" sz="1100"/>
              <a:t>Medstudenter</a:t>
            </a:r>
          </a:p>
          <a:p>
            <a:r>
              <a:rPr lang="nb-NO" sz="1100"/>
              <a:t>Lærer</a:t>
            </a:r>
          </a:p>
        </p:txBody>
      </p:sp>
      <p:cxnSp>
        <p:nvCxnSpPr>
          <p:cNvPr id="12" name="Rett pilkobling 11">
            <a:extLst>
              <a:ext uri="{FF2B5EF4-FFF2-40B4-BE49-F238E27FC236}">
                <a16:creationId xmlns:a16="http://schemas.microsoft.com/office/drawing/2014/main" id="{AC7415B3-7031-F53B-A760-C70B38A6323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5107709" y="2203278"/>
            <a:ext cx="1148758" cy="34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6F505FE7-1180-66A8-8F5A-885C602532D2}"/>
              </a:ext>
            </a:extLst>
          </p:cNvPr>
          <p:cNvSpPr txBox="1"/>
          <p:nvPr/>
        </p:nvSpPr>
        <p:spPr>
          <a:xfrm>
            <a:off x="6256466" y="2691590"/>
            <a:ext cx="1291207" cy="430887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nb-NO" sz="1100"/>
              <a:t>Hvordan? Verktøy, filer, struktur</a:t>
            </a:r>
          </a:p>
        </p:txBody>
      </p:sp>
      <p:cxnSp>
        <p:nvCxnSpPr>
          <p:cNvPr id="19" name="Rett pilkobling 18">
            <a:extLst>
              <a:ext uri="{FF2B5EF4-FFF2-40B4-BE49-F238E27FC236}">
                <a16:creationId xmlns:a16="http://schemas.microsoft.com/office/drawing/2014/main" id="{783D5407-3715-10EA-D5AE-E8C73022E600}"/>
              </a:ext>
            </a:extLst>
          </p:cNvPr>
          <p:cNvCxnSpPr>
            <a:cxnSpLocks/>
          </p:cNvCxnSpPr>
          <p:nvPr/>
        </p:nvCxnSpPr>
        <p:spPr>
          <a:xfrm>
            <a:off x="5212758" y="2805132"/>
            <a:ext cx="1043708" cy="45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D91C127C-E0DB-B519-1B2D-5180E38BA4E3}"/>
              </a:ext>
            </a:extLst>
          </p:cNvPr>
          <p:cNvSpPr txBox="1"/>
          <p:nvPr/>
        </p:nvSpPr>
        <p:spPr>
          <a:xfrm>
            <a:off x="6256466" y="3166695"/>
            <a:ext cx="1291207" cy="26161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nb-NO" sz="1100"/>
              <a:t>Koding</a:t>
            </a:r>
          </a:p>
        </p:txBody>
      </p:sp>
      <p:sp>
        <p:nvSpPr>
          <p:cNvPr id="23" name="TekstSylinder 22">
            <a:extLst>
              <a:ext uri="{FF2B5EF4-FFF2-40B4-BE49-F238E27FC236}">
                <a16:creationId xmlns:a16="http://schemas.microsoft.com/office/drawing/2014/main" id="{BC837489-3B88-839C-374A-BB11B6C7B9FC}"/>
              </a:ext>
            </a:extLst>
          </p:cNvPr>
          <p:cNvSpPr txBox="1"/>
          <p:nvPr/>
        </p:nvSpPr>
        <p:spPr>
          <a:xfrm>
            <a:off x="6256465" y="3482241"/>
            <a:ext cx="1291207" cy="26161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nb-NO" sz="1100"/>
              <a:t>Sjekk og det virker</a:t>
            </a:r>
          </a:p>
        </p:txBody>
      </p:sp>
      <p:cxnSp>
        <p:nvCxnSpPr>
          <p:cNvPr id="24" name="Rett pilkobling 23">
            <a:extLst>
              <a:ext uri="{FF2B5EF4-FFF2-40B4-BE49-F238E27FC236}">
                <a16:creationId xmlns:a16="http://schemas.microsoft.com/office/drawing/2014/main" id="{9FD6853C-34B1-631D-B5D1-E13F55C1DAEB}"/>
              </a:ext>
            </a:extLst>
          </p:cNvPr>
          <p:cNvCxnSpPr>
            <a:cxnSpLocks/>
          </p:cNvCxnSpPr>
          <p:nvPr/>
        </p:nvCxnSpPr>
        <p:spPr>
          <a:xfrm>
            <a:off x="4802909" y="3067538"/>
            <a:ext cx="1453556" cy="231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ett pilkobling 25">
            <a:extLst>
              <a:ext uri="{FF2B5EF4-FFF2-40B4-BE49-F238E27FC236}">
                <a16:creationId xmlns:a16="http://schemas.microsoft.com/office/drawing/2014/main" id="{D2421FA8-EAFD-14C8-EFEA-5A1A48D2F653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734612" y="3352883"/>
            <a:ext cx="521853" cy="260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90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5" grpId="0"/>
      <p:bldP spid="4" grpId="0" animBg="1"/>
      <p:bldP spid="18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-tema">
  <a:themeElements>
    <a:clrScheme name="Gokstad Akademiet">
      <a:dk1>
        <a:srgbClr val="000000"/>
      </a:dk1>
      <a:lt1>
        <a:srgbClr val="FFFFFF"/>
      </a:lt1>
      <a:dk2>
        <a:srgbClr val="44546A"/>
      </a:dk2>
      <a:lt2>
        <a:srgbClr val="CED1DC"/>
      </a:lt2>
      <a:accent1>
        <a:srgbClr val="0D1F4F"/>
      </a:accent1>
      <a:accent2>
        <a:srgbClr val="0E4A4F"/>
      </a:accent2>
      <a:accent3>
        <a:srgbClr val="4E0C0C"/>
      </a:accent3>
      <a:accent4>
        <a:srgbClr val="4B4B37"/>
      </a:accent4>
      <a:accent5>
        <a:srgbClr val="BACDFD"/>
      </a:accent5>
      <a:accent6>
        <a:srgbClr val="BBFEE9"/>
      </a:accent6>
      <a:hlink>
        <a:srgbClr val="FDD7BB"/>
      </a:hlink>
      <a:folHlink>
        <a:srgbClr val="DCDA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8" id="{A22DA1E2-2616-A649-A556-EC539BBDD5FB}" vid="{B8343793-3EF0-3540-AE8F-5FCC77A1FB4F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f62fbea-a935-4a35-aa48-b7097e07e2c6" xsi:nil="true"/>
    <lcf76f155ced4ddcb4097134ff3c332f xmlns="40f88402-61d3-4aae-a87e-e72a4fb90a5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25E6D0C64003F40AF6D5F98A8A3462B" ma:contentTypeVersion="11" ma:contentTypeDescription="Opprett et nytt dokument." ma:contentTypeScope="" ma:versionID="d9e7a882b2b341d3607b7ca52a5acf05">
  <xsd:schema xmlns:xsd="http://www.w3.org/2001/XMLSchema" xmlns:xs="http://www.w3.org/2001/XMLSchema" xmlns:p="http://schemas.microsoft.com/office/2006/metadata/properties" xmlns:ns2="40f88402-61d3-4aae-a87e-e72a4fb90a53" xmlns:ns3="7f62fbea-a935-4a35-aa48-b7097e07e2c6" targetNamespace="http://schemas.microsoft.com/office/2006/metadata/properties" ma:root="true" ma:fieldsID="02c38d70d11ddccd80c0899315b8c773" ns2:_="" ns3:_="">
    <xsd:import namespace="40f88402-61d3-4aae-a87e-e72a4fb90a53"/>
    <xsd:import namespace="7f62fbea-a935-4a35-aa48-b7097e07e2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88402-61d3-4aae-a87e-e72a4fb90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emerkelapper" ma:readOnly="false" ma:fieldId="{5cf76f15-5ced-4ddc-b409-7134ff3c332f}" ma:taxonomyMulti="true" ma:sspId="b0867db5-57e9-4f67-b5f8-eae26e3dc0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62fbea-a935-4a35-aa48-b7097e07e2c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6e47c00-1d29-47de-be52-b39ffced7f02}" ma:internalName="TaxCatchAll" ma:showField="CatchAllData" ma:web="7f62fbea-a935-4a35-aa48-b7097e07e2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D3A29F-F2E3-438D-B120-683E1783D464}">
  <ds:schemaRefs>
    <ds:schemaRef ds:uri="40f88402-61d3-4aae-a87e-e72a4fb90a53"/>
    <ds:schemaRef ds:uri="7f62fbea-a935-4a35-aa48-b7097e07e2c6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2991012-C44C-41E6-8F4A-5A2CF24E7268}">
  <ds:schemaRefs>
    <ds:schemaRef ds:uri="40f88402-61d3-4aae-a87e-e72a4fb90a53"/>
    <ds:schemaRef ds:uri="7f62fbea-a935-4a35-aa48-b7097e07e2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97ED51E-0AFA-4BDA-BE1C-921740C130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GA_pp_hvit_m_forsidebilde</Template>
  <TotalTime>312</TotalTime>
  <Words>105</Words>
  <Application>Microsoft Office PowerPoint</Application>
  <PresentationFormat>Widescreen</PresentationFormat>
  <Paragraphs>35</Paragraphs>
  <Slides>2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Office-tema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HUSK Å LOGGE DEG PÅ TEAMS FOR Å REGISTRERE OPPMØTE!</dc:title>
  <dc:creator>sarita aune</dc:creator>
  <cp:lastModifiedBy>Yngve Magnussen</cp:lastModifiedBy>
  <cp:revision>5</cp:revision>
  <dcterms:created xsi:type="dcterms:W3CDTF">2023-08-17T18:05:40Z</dcterms:created>
  <dcterms:modified xsi:type="dcterms:W3CDTF">2026-09-03T13:46:25Z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0x010100C25E6D0C64003F40AF6D5F98A8A3462B</vt:lpwstr>
  </property>
  <property fmtid="{D5CDD505-2E9C-101B-9397-08002B2CF9AE}" pid="3" name="MediaServiceImageTags">
    <vt:lpwstr/>
  </property>
</Properties>
</file>